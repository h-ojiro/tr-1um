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1" r:id="rId2"/>
    <p:sldId id="276" r:id="rId3"/>
    <p:sldId id="279" r:id="rId4"/>
    <p:sldId id="262" r:id="rId5"/>
    <p:sldId id="260" r:id="rId6"/>
    <p:sldId id="274" r:id="rId7"/>
    <p:sldId id="265" r:id="rId8"/>
    <p:sldId id="275" r:id="rId9"/>
    <p:sldId id="284" r:id="rId10"/>
    <p:sldId id="286" r:id="rId11"/>
    <p:sldId id="281" r:id="rId12"/>
    <p:sldId id="282" r:id="rId13"/>
    <p:sldId id="267" r:id="rId14"/>
    <p:sldId id="287" r:id="rId1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878"/>
    <p:restoredTop sz="94286"/>
  </p:normalViewPr>
  <p:slideViewPr>
    <p:cSldViewPr snapToGrid="0">
      <p:cViewPr varScale="1">
        <p:scale>
          <a:sx n="94" d="100"/>
          <a:sy n="94" d="100"/>
        </p:scale>
        <p:origin x="216" y="6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7AD172-39F1-384B-B9C8-80D91A739FE8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JP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JP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3EBC5-4531-E144-9B33-64051A952B3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556506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3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5726896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1144110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03664-EB18-D4B5-071D-00B4B2B24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84B4-2FE1-91EB-B1C7-E75F7C7FC3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700931-E8FC-08F2-1840-A75BC4552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382D30-4710-6AD0-28DC-BF626D609F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12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148559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A064D-B7BA-86E3-60F6-71B9742D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44615E-E1B6-183A-2C7E-031C05449A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7E24AD-13ED-2EE9-9BAC-09AEE8F482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JP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8410A-1DC8-B75A-0129-5D0F0B8DDA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13EBC5-4531-E144-9B33-64051A952B3E}" type="slidenum">
              <a:rPr lang="en-JP" smtClean="0"/>
              <a:t>14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74188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91139-0281-534D-2C2C-E986AA1D1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28882-072E-72EC-1263-D6D9C8CCD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14A69C-7621-1E06-9A44-457878650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16FEE-4E9E-7837-04B3-6CE68E151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6D280-6EC1-6B29-0978-89CDE5100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3898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92A0-C894-8093-0B01-12970A2A7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3F539-0E38-750C-DDF9-F87C47E1F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BDA5F-0C0F-5044-BA2F-B3196999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7AAFC-3B3E-664E-F5A7-90640854B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AC8B-09B5-476E-D042-64D751692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0843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01381-9E3B-4D62-405F-1B5BAE7C7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8F59D3-E88A-13EB-0A4E-6DB32E8B5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2BDFC4-AB5F-56A3-32F3-566C4E299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2AF16-C5EE-1DDD-BC1B-47165526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E6E8D9-07B2-1B7C-37C6-001FEC999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63123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8B003-9A57-56C8-D2F3-DE5AAED8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85106-36F9-1F41-87F0-02CDCA0E03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C19D0E-EE45-9445-1A13-CED19B6B73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6C934-222A-CB19-F846-BDB0E43E4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B455C-5622-2B5F-2763-B39BA151F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AA2CBD-8001-14D7-2457-4CF2EB925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701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9BD1-F30C-37C6-B441-A4FEE67BC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74027-C8A4-CE90-7B20-D2A645521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3CCB8-C7BB-58B4-3D87-41CB83810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7EDBF1-CE99-601B-BB4A-C559908E61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8B98B3-B82F-DB66-B341-895BA8FA98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0AAB7E-0F8E-DEB5-601A-EFFEB680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F1C942-E9FE-C67E-053A-E25757571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959AC-A877-0210-A3D1-48634E33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20118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290125-F709-E1C0-D547-326BFAFE5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F730DB-ECEB-879C-F7E7-786484811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DA30FE-E41C-5479-DA0D-1150C98A7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62F7BB-A296-89C1-A455-701424C29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065336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30271E-2ED3-E368-A801-383D96085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D935DD-E053-B0A8-ADB5-602A24FD8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5DD3E-CC91-4965-ACA8-A21EF6F6F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00035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19417-7B5C-6376-DEE6-9063865C3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B588-B60C-783A-7CB3-39DAC943A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FFCA2-C2A9-94A3-2013-47E07F9BD5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155C8B-1BBE-3317-C509-F70F38EEA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1DBEC3-7EFE-F6DC-4552-5B07875DC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36F4A-3FF4-3997-2256-0BBF782DC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5120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91713-781C-1A57-2177-176BEE072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3E7D5-0C70-486F-C458-174C3860BB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41B210-0095-FC7E-E093-BFBA493F1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3275A4-552C-DDAB-1451-3864FAC5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E6103-2F3D-E176-3885-13641359F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95C6E5-AC99-2EB4-BD2C-5E29CEF06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73970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8931-C5F1-E8E2-BEDB-1F44787D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BC88CB-2A10-20A0-0E5E-72501D886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6653-E4B3-DEA5-6F08-C35A4CEF6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3807-A49A-6411-A223-25862B20A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21492-2781-76D2-B501-A145538D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8682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01A375-EDDA-1EC7-B2F8-58DF3F4CD8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E4AA73-0AE2-D135-F010-3836C30ACF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4BA30-AD0B-CF71-B213-F3FE5E9A5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58892-905B-FA38-D371-E1D23765A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87A41-EB9D-B521-A4E0-F676445F0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992209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40A38D-0D72-43A4-5A7C-4BF804019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6EA93-8766-105D-C328-655573897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B7B09-43BF-B784-20BD-1438BBDDE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519AE6-31FA-0744-9E3B-7C0574DED9C6}" type="datetimeFigureOut">
              <a:rPr lang="en-JP" smtClean="0"/>
              <a:t>2026/04/20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079C-CF1B-E8D3-B947-81C132732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AEAF88-9B28-02A9-1BE1-9712C15D5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AE9C3-0513-6C44-93FA-15855FD03DF9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4783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B1A43-4858-8351-B5A3-52B1EEA05E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Rules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E12272-103F-4063-9379-B1638CB5B2E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lang="en-JP" dirty="0"/>
              <a:t>or Drawing Layers</a:t>
            </a:r>
          </a:p>
          <a:p>
            <a:endParaRPr lang="en-JP" dirty="0"/>
          </a:p>
          <a:p>
            <a:r>
              <a:rPr lang="en-JP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2026/04/20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1043465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BB1CAD5-7C02-3A9E-7B28-142B416C926E}"/>
              </a:ext>
            </a:extLst>
          </p:cNvPr>
          <p:cNvSpPr txBox="1"/>
          <p:nvPr/>
        </p:nvSpPr>
        <p:spPr>
          <a:xfrm>
            <a:off x="3081992" y="58755"/>
            <a:ext cx="6028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2400">
                <a:latin typeface="HGMaruGothicMPRO" panose="020F0600000000000000" pitchFamily="34" charset="-128"/>
                <a:ea typeface="HGMaruGothicMPRO" panose="020F0600000000000000" pitchFamily="34" charset="-128"/>
              </a:rPr>
              <a:t>Drawing Layer Table</a:t>
            </a:r>
            <a:endParaRPr lang="en-JP" sz="2400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7002D7-C769-7778-AD81-39024131F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019" y="520420"/>
            <a:ext cx="6165961" cy="611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237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6F83-C530-C27B-7B62-DEE03846A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0479BD83-5115-5629-39E7-0BAC83D64794}"/>
              </a:ext>
            </a:extLst>
          </p:cNvPr>
          <p:cNvSpPr>
            <a:spLocks noChangeAspect="1"/>
          </p:cNvSpPr>
          <p:nvPr/>
        </p:nvSpPr>
        <p:spPr>
          <a:xfrm>
            <a:off x="1205872" y="2242345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FCA4266-3CC2-5FE2-6F5C-C8FD4EA82446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Cat-1: </a:t>
            </a:r>
            <a:r>
              <a:rPr lang="en-US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Prohibited</a:t>
            </a:r>
            <a:endParaRPr lang="en-JP" sz="2400" dirty="0">
              <a:latin typeface="HGMaruGothicMPRO" panose="020F0600000000000000" pitchFamily="34" charset="-128"/>
              <a:ea typeface="HGMaruGothicMPRO" panose="020F0600000000000000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3FAC8C-21CD-2BAE-142F-B3FAD07C6E97}"/>
              </a:ext>
            </a:extLst>
          </p:cNvPr>
          <p:cNvSpPr/>
          <p:nvPr/>
        </p:nvSpPr>
        <p:spPr>
          <a:xfrm>
            <a:off x="725272" y="780030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3D3613-6A31-B32B-4D85-CD98796BBAC1}"/>
              </a:ext>
            </a:extLst>
          </p:cNvPr>
          <p:cNvSpPr txBox="1"/>
          <p:nvPr/>
        </p:nvSpPr>
        <p:spPr>
          <a:xfrm>
            <a:off x="1145729" y="232767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82654F8-0442-EEFB-D55A-291CD350049A}"/>
              </a:ext>
            </a:extLst>
          </p:cNvPr>
          <p:cNvSpPr>
            <a:spLocks noChangeAspect="1"/>
          </p:cNvSpPr>
          <p:nvPr/>
        </p:nvSpPr>
        <p:spPr>
          <a:xfrm>
            <a:off x="1205872" y="1294040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6F5A7-EC50-90E7-E69B-7902A1B80A1E}"/>
              </a:ext>
            </a:extLst>
          </p:cNvPr>
          <p:cNvSpPr txBox="1"/>
          <p:nvPr/>
        </p:nvSpPr>
        <p:spPr>
          <a:xfrm>
            <a:off x="725272" y="837262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C5E9139-C983-0B20-8768-1C075E2AF607}"/>
              </a:ext>
            </a:extLst>
          </p:cNvPr>
          <p:cNvSpPr/>
          <p:nvPr/>
        </p:nvSpPr>
        <p:spPr>
          <a:xfrm>
            <a:off x="2420371" y="765375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ED15B8-102C-1443-DB84-6C893C077A07}"/>
              </a:ext>
            </a:extLst>
          </p:cNvPr>
          <p:cNvSpPr txBox="1"/>
          <p:nvPr/>
        </p:nvSpPr>
        <p:spPr>
          <a:xfrm>
            <a:off x="2420371" y="82260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4D4E110-31B8-ACB3-5858-C6DD0401951A}"/>
              </a:ext>
            </a:extLst>
          </p:cNvPr>
          <p:cNvSpPr txBox="1"/>
          <p:nvPr/>
        </p:nvSpPr>
        <p:spPr>
          <a:xfrm>
            <a:off x="1145729" y="143023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E520966-23A4-5D21-8462-1002391B4942}"/>
              </a:ext>
            </a:extLst>
          </p:cNvPr>
          <p:cNvSpPr>
            <a:spLocks noChangeAspect="1"/>
          </p:cNvSpPr>
          <p:nvPr/>
        </p:nvSpPr>
        <p:spPr>
          <a:xfrm>
            <a:off x="2900971" y="2227690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7ADA8A-794F-E0D3-CC13-07370D76A1CB}"/>
              </a:ext>
            </a:extLst>
          </p:cNvPr>
          <p:cNvSpPr txBox="1"/>
          <p:nvPr/>
        </p:nvSpPr>
        <p:spPr>
          <a:xfrm>
            <a:off x="2840828" y="2313024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457E51D-D81F-467F-CD4A-342B514D1A19}"/>
              </a:ext>
            </a:extLst>
          </p:cNvPr>
          <p:cNvSpPr>
            <a:spLocks noChangeAspect="1"/>
          </p:cNvSpPr>
          <p:nvPr/>
        </p:nvSpPr>
        <p:spPr>
          <a:xfrm>
            <a:off x="2900971" y="1279385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A07EBB4-0615-6D3E-2263-177639B3BB4D}"/>
              </a:ext>
            </a:extLst>
          </p:cNvPr>
          <p:cNvSpPr txBox="1"/>
          <p:nvPr/>
        </p:nvSpPr>
        <p:spPr>
          <a:xfrm>
            <a:off x="2840828" y="141557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25968BD3-F99F-904E-4FA4-D36725E13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218" y="3969495"/>
            <a:ext cx="220490" cy="215900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0DECC3D8-C27B-E5C6-2797-6A76682D4F1E}"/>
              </a:ext>
            </a:extLst>
          </p:cNvPr>
          <p:cNvSpPr/>
          <p:nvPr/>
        </p:nvSpPr>
        <p:spPr>
          <a:xfrm rot="16200000">
            <a:off x="590049" y="380744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0B7D566-E79F-2A26-504D-A68B1C4640A8}"/>
              </a:ext>
            </a:extLst>
          </p:cNvPr>
          <p:cNvSpPr txBox="1"/>
          <p:nvPr/>
        </p:nvSpPr>
        <p:spPr>
          <a:xfrm>
            <a:off x="1258890" y="3669030"/>
            <a:ext cx="12966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AP+AN</a:t>
            </a: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+AC+AR</a:t>
            </a:r>
          </a:p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+GC+GR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BEB8165-3B98-8B78-3087-C8F10F1AB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31" y="5058904"/>
            <a:ext cx="220490" cy="215900"/>
          </a:xfrm>
          <a:prstGeom prst="rect">
            <a:avLst/>
          </a:prstGeom>
        </p:spPr>
      </p:pic>
      <p:sp>
        <p:nvSpPr>
          <p:cNvPr id="56" name="Rectangle 55">
            <a:extLst>
              <a:ext uri="{FF2B5EF4-FFF2-40B4-BE49-F238E27FC236}">
                <a16:creationId xmlns:a16="http://schemas.microsoft.com/office/drawing/2014/main" id="{9E912028-74D6-89DD-0AEE-1226A59F525C}"/>
              </a:ext>
            </a:extLst>
          </p:cNvPr>
          <p:cNvSpPr/>
          <p:nvPr/>
        </p:nvSpPr>
        <p:spPr>
          <a:xfrm rot="16200000">
            <a:off x="590362" y="489685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F9F6EF-A7EA-27FA-79EB-88460AB76FCF}"/>
              </a:ext>
            </a:extLst>
          </p:cNvPr>
          <p:cNvSpPr txBox="1"/>
          <p:nvPr/>
        </p:nvSpPr>
        <p:spPr>
          <a:xfrm>
            <a:off x="1316633" y="475844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B6D9C58-D702-CC10-D4F1-8332F23BFDD0}"/>
              </a:ext>
            </a:extLst>
          </p:cNvPr>
          <p:cNvSpPr/>
          <p:nvPr/>
        </p:nvSpPr>
        <p:spPr>
          <a:xfrm rot="16200000">
            <a:off x="2452205" y="380744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52074A4-C043-78B1-96B1-80BF70703A04}"/>
              </a:ext>
            </a:extLst>
          </p:cNvPr>
          <p:cNvSpPr txBox="1"/>
          <p:nvPr/>
        </p:nvSpPr>
        <p:spPr>
          <a:xfrm>
            <a:off x="3215960" y="366903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A577D43-68D2-D02B-25F4-AE29EA0B5BDC}"/>
              </a:ext>
            </a:extLst>
          </p:cNvPr>
          <p:cNvSpPr/>
          <p:nvPr/>
        </p:nvSpPr>
        <p:spPr>
          <a:xfrm rot="16200000">
            <a:off x="2452205" y="4896855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1934082-D7F8-A650-5B15-191D24817585}"/>
              </a:ext>
            </a:extLst>
          </p:cNvPr>
          <p:cNvSpPr txBox="1"/>
          <p:nvPr/>
        </p:nvSpPr>
        <p:spPr>
          <a:xfrm>
            <a:off x="3215960" y="4758440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D00699E-DE0A-0878-4262-99F79E9BE8C1}"/>
              </a:ext>
            </a:extLst>
          </p:cNvPr>
          <p:cNvSpPr txBox="1"/>
          <p:nvPr/>
        </p:nvSpPr>
        <p:spPr>
          <a:xfrm>
            <a:off x="728463" y="329969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CO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3FD0C92-D133-557A-2DBA-9CFA54D4A1F4}"/>
              </a:ext>
            </a:extLst>
          </p:cNvPr>
          <p:cNvSpPr txBox="1"/>
          <p:nvPr/>
        </p:nvSpPr>
        <p:spPr>
          <a:xfrm>
            <a:off x="2590618" y="329969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5341D3CF-78EF-75BF-417D-4A5AC4FE4A81}"/>
              </a:ext>
            </a:extLst>
          </p:cNvPr>
          <p:cNvSpPr/>
          <p:nvPr/>
        </p:nvSpPr>
        <p:spPr>
          <a:xfrm>
            <a:off x="2770618" y="398234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6F1D6624-9B2B-6551-4568-BED16FC7FBD6}"/>
              </a:ext>
            </a:extLst>
          </p:cNvPr>
          <p:cNvSpPr/>
          <p:nvPr/>
        </p:nvSpPr>
        <p:spPr>
          <a:xfrm>
            <a:off x="2765833" y="507175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E77C5B0E-0284-F194-9C18-41A3A8EA0C1E}"/>
              </a:ext>
            </a:extLst>
          </p:cNvPr>
          <p:cNvSpPr txBox="1"/>
          <p:nvPr/>
        </p:nvSpPr>
        <p:spPr>
          <a:xfrm>
            <a:off x="7740000" y="3499011"/>
            <a:ext cx="3641679" cy="244069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Function:</a:t>
            </a:r>
            <a:b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b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</a:b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/max:	L1 Width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lvl="0"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Smin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/max:	L1 Space min/max (L1=L2)</a:t>
            </a:r>
          </a:p>
          <a:p>
            <a:pPr>
              <a:defRPr/>
            </a:pPr>
            <a:r>
              <a:rPr lang="en-US" sz="12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Smin</a:t>
            </a:r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/max:	L1 Separate L2 min/max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Emin/max:	L1 Enclosed L2 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Fmin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/max:	L1 Enclosing L2 min/max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ECmin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MOS Endcap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min</a:t>
            </a:r>
            <a:endParaRPr lang="en-US" sz="1200" b="1" i="0" u="none" strike="noStrike" dirty="0">
              <a:solidFill>
                <a:schemeClr val="dk1"/>
              </a:solidFill>
              <a:effectLst/>
              <a:latin typeface="Courier New" panose="02070309020205020404" pitchFamily="49" charset="0"/>
              <a:ea typeface="+mn-ea"/>
              <a:cs typeface="Courier New" panose="02070309020205020404" pitchFamily="49" charset="0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Wfix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L1 </a:t>
            </a: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Windth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equal</a:t>
            </a: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Sfix</a:t>
            </a: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:	Space equal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i="0" u="none" strike="noStrike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Donut:	L1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</a:t>
            </a:r>
            <a:r>
              <a:rPr lang="en-US" sz="1200" b="1" i="0" u="none" strike="noStrike" baseline="0" dirty="0" err="1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Souuounded</a:t>
            </a:r>
            <a:r>
              <a:rPr lang="en-US" sz="1200" b="1" i="0" u="none" strike="noStrike" baseline="0" dirty="0">
                <a:solidFill>
                  <a:schemeClr val="dk1"/>
                </a:solidFill>
                <a:effectLst/>
                <a:latin typeface="Courier New" panose="02070309020205020404" pitchFamily="49" charset="0"/>
                <a:ea typeface="+mn-ea"/>
                <a:cs typeface="Courier New" panose="02070309020205020404" pitchFamily="49" charset="0"/>
              </a:rPr>
              <a:t> by L2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None:	Not</a:t>
            </a:r>
            <a:r>
              <a:rPr lang="en-US" sz="1200" b="1" baseline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Exist</a:t>
            </a:r>
            <a:endParaRPr lang="en-US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E8DA31-2EB2-7ACD-9B1D-67C8F1A837F9}"/>
              </a:ext>
            </a:extLst>
          </p:cNvPr>
          <p:cNvSpPr/>
          <p:nvPr/>
        </p:nvSpPr>
        <p:spPr>
          <a:xfrm rot="16200000">
            <a:off x="3964164" y="380744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2B499E-450D-8EB0-8739-0ED6D23798A8}"/>
              </a:ext>
            </a:extLst>
          </p:cNvPr>
          <p:cNvSpPr txBox="1"/>
          <p:nvPr/>
        </p:nvSpPr>
        <p:spPr>
          <a:xfrm>
            <a:off x="4727919" y="366902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5073C34-4EA5-A401-F0EB-FB053BDE3D9B}"/>
              </a:ext>
            </a:extLst>
          </p:cNvPr>
          <p:cNvSpPr/>
          <p:nvPr/>
        </p:nvSpPr>
        <p:spPr>
          <a:xfrm rot="16200000">
            <a:off x="3964164" y="4896854"/>
            <a:ext cx="816828" cy="540000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FA5273-C3D1-4D95-A2DA-0AAE48F5CFB5}"/>
              </a:ext>
            </a:extLst>
          </p:cNvPr>
          <p:cNvSpPr txBox="1"/>
          <p:nvPr/>
        </p:nvSpPr>
        <p:spPr>
          <a:xfrm>
            <a:off x="4727919" y="4758439"/>
            <a:ext cx="5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79BF29-C9B4-A636-CC44-8A8599C5ADE3}"/>
              </a:ext>
            </a:extLst>
          </p:cNvPr>
          <p:cNvSpPr txBox="1"/>
          <p:nvPr/>
        </p:nvSpPr>
        <p:spPr>
          <a:xfrm>
            <a:off x="4102577" y="3299696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C1418C1-5BEB-E9F9-BE83-BD7F84B69872}"/>
              </a:ext>
            </a:extLst>
          </p:cNvPr>
          <p:cNvSpPr/>
          <p:nvPr/>
        </p:nvSpPr>
        <p:spPr>
          <a:xfrm>
            <a:off x="4282577" y="398234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EEEA80E-841A-3459-0C0D-17D681F4A96C}"/>
              </a:ext>
            </a:extLst>
          </p:cNvPr>
          <p:cNvSpPr/>
          <p:nvPr/>
        </p:nvSpPr>
        <p:spPr>
          <a:xfrm>
            <a:off x="4277792" y="507174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88E92F-225B-68EF-E5D6-EF8953ECF735}"/>
              </a:ext>
            </a:extLst>
          </p:cNvPr>
          <p:cNvSpPr/>
          <p:nvPr/>
        </p:nvSpPr>
        <p:spPr>
          <a:xfrm rot="16200000">
            <a:off x="5909728" y="765375"/>
            <a:ext cx="1080000" cy="1080000"/>
          </a:xfrm>
          <a:prstGeom prst="rect">
            <a:avLst/>
          </a:prstGeom>
          <a:noFill/>
          <a:ln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3AA0305-7A68-A138-CE00-6E100B4CD2E9}"/>
              </a:ext>
            </a:extLst>
          </p:cNvPr>
          <p:cNvSpPr txBox="1"/>
          <p:nvPr/>
        </p:nvSpPr>
        <p:spPr>
          <a:xfrm>
            <a:off x="5835655" y="754427"/>
            <a:ext cx="6425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3B0D48D-EDD4-A199-B096-877380D082CB}"/>
              </a:ext>
            </a:extLst>
          </p:cNvPr>
          <p:cNvSpPr/>
          <p:nvPr/>
        </p:nvSpPr>
        <p:spPr>
          <a:xfrm>
            <a:off x="6179728" y="1035375"/>
            <a:ext cx="540000" cy="540000"/>
          </a:xfrm>
          <a:prstGeom prst="rect">
            <a:avLst/>
          </a:prstGeom>
          <a:noFill/>
          <a:ln>
            <a:solidFill>
              <a:srgbClr val="7030A0"/>
            </a:solidFill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0CE18F8-08B0-86C3-6E9C-809849C90201}"/>
              </a:ext>
            </a:extLst>
          </p:cNvPr>
          <p:cNvSpPr txBox="1"/>
          <p:nvPr/>
        </p:nvSpPr>
        <p:spPr>
          <a:xfrm>
            <a:off x="6287150" y="1134707"/>
            <a:ext cx="871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V1(P)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91A22D-63A1-20E9-6664-78E748DC07AB}"/>
              </a:ext>
            </a:extLst>
          </p:cNvPr>
          <p:cNvSpPr txBox="1"/>
          <p:nvPr/>
        </p:nvSpPr>
        <p:spPr>
          <a:xfrm>
            <a:off x="7740000" y="5989382"/>
            <a:ext cx="4116711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V1(P)：V1 on PE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F69846C-EDB4-36FD-C781-0D2901B35B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311259"/>
              </p:ext>
            </p:extLst>
          </p:nvPr>
        </p:nvGraphicFramePr>
        <p:xfrm>
          <a:off x="7740000" y="779233"/>
          <a:ext cx="4320000" cy="223098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1498299392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730394361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1784412555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1398037185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021569684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4031035407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81709452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87310067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69482951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06273546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AA+GC+GR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31322252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43019485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59014935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5942740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65125108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M2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None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26511512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PO.Z3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V1(P)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Exist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53112390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97C2924-FB81-343E-47B2-85E2D71D0967}"/>
              </a:ext>
            </a:extLst>
          </p:cNvPr>
          <p:cNvSpPr/>
          <p:nvPr/>
        </p:nvSpPr>
        <p:spPr>
          <a:xfrm>
            <a:off x="4108620" y="765375"/>
            <a:ext cx="150120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C3F52F-9D42-8FDC-D484-B016975E6793}"/>
              </a:ext>
            </a:extLst>
          </p:cNvPr>
          <p:cNvSpPr txBox="1"/>
          <p:nvPr/>
        </p:nvSpPr>
        <p:spPr>
          <a:xfrm>
            <a:off x="4108620" y="82260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2D0CB4E-DE95-A094-1001-66FB908618F0}"/>
              </a:ext>
            </a:extLst>
          </p:cNvPr>
          <p:cNvSpPr>
            <a:spLocks noChangeAspect="1"/>
          </p:cNvSpPr>
          <p:nvPr/>
        </p:nvSpPr>
        <p:spPr>
          <a:xfrm>
            <a:off x="4589220" y="1279385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245F00A-B222-964A-E66E-F944A813EABE}"/>
              </a:ext>
            </a:extLst>
          </p:cNvPr>
          <p:cNvSpPr txBox="1"/>
          <p:nvPr/>
        </p:nvSpPr>
        <p:spPr>
          <a:xfrm>
            <a:off x="4529077" y="141557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F948DC-1936-5800-FD1F-FF3D99AD14DA}"/>
              </a:ext>
            </a:extLst>
          </p:cNvPr>
          <p:cNvSpPr>
            <a:spLocks noChangeAspect="1"/>
          </p:cNvSpPr>
          <p:nvPr/>
        </p:nvSpPr>
        <p:spPr>
          <a:xfrm>
            <a:off x="4589220" y="2222461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F63D6B-ADD4-A41F-2069-CCCDC59DBCE7}"/>
              </a:ext>
            </a:extLst>
          </p:cNvPr>
          <p:cNvSpPr txBox="1"/>
          <p:nvPr/>
        </p:nvSpPr>
        <p:spPr>
          <a:xfrm>
            <a:off x="4529077" y="2358654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</p:spTree>
    <p:extLst>
      <p:ext uri="{BB962C8B-B14F-4D97-AF65-F5344CB8AC3E}">
        <p14:creationId xmlns:p14="http://schemas.microsoft.com/office/powerpoint/2010/main" val="110744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57037-7837-F6E1-D2A7-388D1750F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39ABB7DB-2A4A-0A60-4D7C-A77696E7E15A}"/>
              </a:ext>
            </a:extLst>
          </p:cNvPr>
          <p:cNvSpPr/>
          <p:nvPr/>
        </p:nvSpPr>
        <p:spPr>
          <a:xfrm>
            <a:off x="2539707" y="3627645"/>
            <a:ext cx="2364182" cy="1093773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BB0C42-8B0B-7283-9544-733427498512}"/>
              </a:ext>
            </a:extLst>
          </p:cNvPr>
          <p:cNvSpPr/>
          <p:nvPr/>
        </p:nvSpPr>
        <p:spPr>
          <a:xfrm rot="16200000">
            <a:off x="3264832" y="3370611"/>
            <a:ext cx="826049" cy="14548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8C7283B-A9B2-BC3D-5B05-EB875991825C}"/>
              </a:ext>
            </a:extLst>
          </p:cNvPr>
          <p:cNvGrpSpPr/>
          <p:nvPr/>
        </p:nvGrpSpPr>
        <p:grpSpPr>
          <a:xfrm>
            <a:off x="2539708" y="4542049"/>
            <a:ext cx="2364182" cy="1093773"/>
            <a:chOff x="1473910" y="3899640"/>
            <a:chExt cx="2340000" cy="23400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E6DB5D3-7B27-84A1-312D-C5D72B7E2527}"/>
                </a:ext>
              </a:extLst>
            </p:cNvPr>
            <p:cNvSpPr/>
            <p:nvPr/>
          </p:nvSpPr>
          <p:spPr>
            <a:xfrm>
              <a:off x="1473910" y="3899640"/>
              <a:ext cx="2340000" cy="2340000"/>
            </a:xfrm>
            <a:prstGeom prst="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1CA1B04-A9E2-0D39-F6E5-EF3A4B243E5B}"/>
                </a:ext>
              </a:extLst>
            </p:cNvPr>
            <p:cNvSpPr/>
            <p:nvPr/>
          </p:nvSpPr>
          <p:spPr>
            <a:xfrm rot="16200000">
              <a:off x="1880418" y="4349640"/>
              <a:ext cx="1440000" cy="144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>
                <a:latin typeface="Meiryo" panose="020B0604030504040204" pitchFamily="34" charset="-128"/>
                <a:ea typeface="Meiryo" panose="020B0604030504040204" pitchFamily="34" charset="-128"/>
              </a:endParaRPr>
            </a:p>
          </p:txBody>
        </p:sp>
      </p:grpSp>
      <p:sp>
        <p:nvSpPr>
          <p:cNvPr id="96" name="Rectangle 95">
            <a:extLst>
              <a:ext uri="{FF2B5EF4-FFF2-40B4-BE49-F238E27FC236}">
                <a16:creationId xmlns:a16="http://schemas.microsoft.com/office/drawing/2014/main" id="{2FDA00D7-6C2A-8ACE-FBCD-383FF7152EAC}"/>
              </a:ext>
            </a:extLst>
          </p:cNvPr>
          <p:cNvSpPr/>
          <p:nvPr/>
        </p:nvSpPr>
        <p:spPr>
          <a:xfrm>
            <a:off x="2932237" y="1048610"/>
            <a:ext cx="100957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A4E948D-E6F3-ADA6-E180-3A8CB8240132}"/>
              </a:ext>
            </a:extLst>
          </p:cNvPr>
          <p:cNvSpPr/>
          <p:nvPr/>
        </p:nvSpPr>
        <p:spPr>
          <a:xfrm>
            <a:off x="5996847" y="596304"/>
            <a:ext cx="1501200" cy="23400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65959FD-3CC9-2D13-778C-A1EB6DF26EF5}"/>
              </a:ext>
            </a:extLst>
          </p:cNvPr>
          <p:cNvSpPr/>
          <p:nvPr/>
        </p:nvSpPr>
        <p:spPr>
          <a:xfrm>
            <a:off x="5996847" y="3457702"/>
            <a:ext cx="1501200" cy="15427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B62AE081-448F-35CD-2CB0-AE525BD0D8EC}"/>
              </a:ext>
            </a:extLst>
          </p:cNvPr>
          <p:cNvSpPr>
            <a:spLocks noChangeAspect="1"/>
          </p:cNvSpPr>
          <p:nvPr/>
        </p:nvSpPr>
        <p:spPr>
          <a:xfrm>
            <a:off x="4469043" y="105801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D91BC9-D34A-E872-C48F-D433F95B6FEC}"/>
              </a:ext>
            </a:extLst>
          </p:cNvPr>
          <p:cNvSpPr/>
          <p:nvPr/>
        </p:nvSpPr>
        <p:spPr>
          <a:xfrm>
            <a:off x="2201296" y="596304"/>
            <a:ext cx="3246910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495F62B-117C-0EC3-B38C-CC574CCC8D66}"/>
              </a:ext>
            </a:extLst>
          </p:cNvPr>
          <p:cNvSpPr/>
          <p:nvPr/>
        </p:nvSpPr>
        <p:spPr>
          <a:xfrm>
            <a:off x="2914109" y="1985355"/>
            <a:ext cx="1021704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CF3B14-B33B-573B-1ECF-D6AA90002C23}"/>
              </a:ext>
            </a:extLst>
          </p:cNvPr>
          <p:cNvSpPr>
            <a:spLocks noChangeAspect="1"/>
          </p:cNvSpPr>
          <p:nvPr/>
        </p:nvSpPr>
        <p:spPr>
          <a:xfrm>
            <a:off x="4469043" y="1990898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08644F-533D-73E3-B6D7-76D5DF5483CC}"/>
              </a:ext>
            </a:extLst>
          </p:cNvPr>
          <p:cNvSpPr txBox="1"/>
          <p:nvPr/>
        </p:nvSpPr>
        <p:spPr>
          <a:xfrm>
            <a:off x="2934149" y="10580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BF4E82-FCAC-88BC-751A-1807161222A7}"/>
              </a:ext>
            </a:extLst>
          </p:cNvPr>
          <p:cNvSpPr txBox="1"/>
          <p:nvPr/>
        </p:nvSpPr>
        <p:spPr>
          <a:xfrm>
            <a:off x="4371107" y="112174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13904DD-754A-5958-B911-38C26741208C}"/>
              </a:ext>
            </a:extLst>
          </p:cNvPr>
          <p:cNvCxnSpPr>
            <a:cxnSpLocks/>
          </p:cNvCxnSpPr>
          <p:nvPr/>
        </p:nvCxnSpPr>
        <p:spPr>
          <a:xfrm>
            <a:off x="5448943" y="813220"/>
            <a:ext cx="5308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45C47D7-845E-C9AA-7261-1914CCB1056E}"/>
              </a:ext>
            </a:extLst>
          </p:cNvPr>
          <p:cNvCxnSpPr>
            <a:cxnSpLocks/>
          </p:cNvCxnSpPr>
          <p:nvPr/>
        </p:nvCxnSpPr>
        <p:spPr>
          <a:xfrm>
            <a:off x="3935813" y="2244845"/>
            <a:ext cx="531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4DD05975-41C6-8E64-A9E9-0BBE6351ED6C}"/>
              </a:ext>
            </a:extLst>
          </p:cNvPr>
          <p:cNvSpPr txBox="1"/>
          <p:nvPr/>
        </p:nvSpPr>
        <p:spPr>
          <a:xfrm>
            <a:off x="5424573" y="83752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WN.S2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35A9722-34DB-D5A0-ED58-C0CA6DA82F49}"/>
              </a:ext>
            </a:extLst>
          </p:cNvPr>
          <p:cNvCxnSpPr>
            <a:cxnSpLocks/>
          </p:cNvCxnSpPr>
          <p:nvPr/>
        </p:nvCxnSpPr>
        <p:spPr>
          <a:xfrm>
            <a:off x="4897953" y="2244508"/>
            <a:ext cx="5391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EBA27335-1A66-E30A-12DF-0D07618C1EB7}"/>
              </a:ext>
            </a:extLst>
          </p:cNvPr>
          <p:cNvSpPr/>
          <p:nvPr/>
        </p:nvSpPr>
        <p:spPr>
          <a:xfrm>
            <a:off x="169599" y="596302"/>
            <a:ext cx="1500657" cy="15444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B5F6545-74DD-03BB-1431-B8F91627F4C3}"/>
              </a:ext>
            </a:extLst>
          </p:cNvPr>
          <p:cNvSpPr txBox="1"/>
          <p:nvPr/>
        </p:nvSpPr>
        <p:spPr>
          <a:xfrm>
            <a:off x="4875037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78063C-639C-4844-45B6-1F32691C9186}"/>
              </a:ext>
            </a:extLst>
          </p:cNvPr>
          <p:cNvSpPr txBox="1"/>
          <p:nvPr/>
        </p:nvSpPr>
        <p:spPr>
          <a:xfrm>
            <a:off x="3901301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AR.AN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A901080-A88E-0FDF-FF1C-A7119EAB94E6}"/>
              </a:ext>
            </a:extLst>
          </p:cNvPr>
          <p:cNvCxnSpPr>
            <a:cxnSpLocks/>
          </p:cNvCxnSpPr>
          <p:nvPr/>
        </p:nvCxnSpPr>
        <p:spPr>
          <a:xfrm>
            <a:off x="3669006" y="1588610"/>
            <a:ext cx="0" cy="39299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8E0F9B5-03B6-B16F-95C4-791199CCCA5A}"/>
              </a:ext>
            </a:extLst>
          </p:cNvPr>
          <p:cNvSpPr txBox="1"/>
          <p:nvPr/>
        </p:nvSpPr>
        <p:spPr>
          <a:xfrm>
            <a:off x="3624043" y="16814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AR.S1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49C731E-D867-E3B6-770D-3734A6DD39F1}"/>
              </a:ext>
            </a:extLst>
          </p:cNvPr>
          <p:cNvSpPr/>
          <p:nvPr/>
        </p:nvSpPr>
        <p:spPr>
          <a:xfrm>
            <a:off x="2220650" y="3457703"/>
            <a:ext cx="3231142" cy="2340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4108405-FC57-7596-2D4A-B14DAD193FA5}"/>
              </a:ext>
            </a:extLst>
          </p:cNvPr>
          <p:cNvSpPr/>
          <p:nvPr/>
        </p:nvSpPr>
        <p:spPr>
          <a:xfrm>
            <a:off x="3156173" y="4809727"/>
            <a:ext cx="1009573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A060028-5187-0448-7C5D-B9DD98B96C35}"/>
              </a:ext>
            </a:extLst>
          </p:cNvPr>
          <p:cNvSpPr txBox="1"/>
          <p:nvPr/>
        </p:nvSpPr>
        <p:spPr>
          <a:xfrm>
            <a:off x="2233739" y="3483122"/>
            <a:ext cx="525666" cy="492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1091E1A-DFC6-DCE4-DADD-4C36B08A8961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4165746" y="5088935"/>
            <a:ext cx="239552" cy="458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675DB9B-643B-AA5C-8DB9-C9232C656341}"/>
              </a:ext>
            </a:extLst>
          </p:cNvPr>
          <p:cNvCxnSpPr>
            <a:cxnSpLocks/>
          </p:cNvCxnSpPr>
          <p:nvPr/>
        </p:nvCxnSpPr>
        <p:spPr>
          <a:xfrm>
            <a:off x="4903891" y="5093522"/>
            <a:ext cx="5479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F128D681-056E-A124-3F27-5E0FDA805DF1}"/>
              </a:ext>
            </a:extLst>
          </p:cNvPr>
          <p:cNvSpPr txBox="1"/>
          <p:nvPr/>
        </p:nvSpPr>
        <p:spPr>
          <a:xfrm>
            <a:off x="4883823" y="512841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AN.WC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56BB12-EE92-A429-D15C-21DB6F20BBDC}"/>
              </a:ext>
            </a:extLst>
          </p:cNvPr>
          <p:cNvSpPr txBox="1"/>
          <p:nvPr/>
        </p:nvSpPr>
        <p:spPr>
          <a:xfrm>
            <a:off x="4186432" y="485699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AC.AN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6B0CEA3F-B1F9-48B5-5C99-42FC6F836251}"/>
              </a:ext>
            </a:extLst>
          </p:cNvPr>
          <p:cNvSpPr/>
          <p:nvPr/>
        </p:nvSpPr>
        <p:spPr>
          <a:xfrm>
            <a:off x="6477447" y="2058619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3B13118-188E-F37A-167E-09005A84B3B8}"/>
              </a:ext>
            </a:extLst>
          </p:cNvPr>
          <p:cNvSpPr txBox="1"/>
          <p:nvPr/>
        </p:nvSpPr>
        <p:spPr>
          <a:xfrm>
            <a:off x="6417304" y="214395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0B8D7A97-E097-CBE5-E563-DFE24B102829}"/>
              </a:ext>
            </a:extLst>
          </p:cNvPr>
          <p:cNvCxnSpPr>
            <a:cxnSpLocks/>
          </p:cNvCxnSpPr>
          <p:nvPr/>
        </p:nvCxnSpPr>
        <p:spPr>
          <a:xfrm flipV="1">
            <a:off x="3685646" y="2933024"/>
            <a:ext cx="0" cy="52467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5E5DE889-67FA-9EB9-6639-BE50358EB52A}"/>
              </a:ext>
            </a:extLst>
          </p:cNvPr>
          <p:cNvSpPr txBox="1"/>
          <p:nvPr/>
        </p:nvSpPr>
        <p:spPr>
          <a:xfrm>
            <a:off x="3652237" y="311461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WN.S4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CDA62736-2F9A-DAFD-0027-C97C7BE64042}"/>
              </a:ext>
            </a:extLst>
          </p:cNvPr>
          <p:cNvSpPr/>
          <p:nvPr/>
        </p:nvSpPr>
        <p:spPr>
          <a:xfrm>
            <a:off x="168560" y="3457701"/>
            <a:ext cx="1507146" cy="14877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DBBF3C37-1573-448A-716C-E57A915754C2}"/>
              </a:ext>
            </a:extLst>
          </p:cNvPr>
          <p:cNvSpPr/>
          <p:nvPr/>
        </p:nvSpPr>
        <p:spPr>
          <a:xfrm>
            <a:off x="649927" y="1098502"/>
            <a:ext cx="540000" cy="54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69BAED7D-5A58-CE01-9B24-EA4398CB12FE}"/>
              </a:ext>
            </a:extLst>
          </p:cNvPr>
          <p:cNvSpPr/>
          <p:nvPr/>
        </p:nvSpPr>
        <p:spPr>
          <a:xfrm>
            <a:off x="649927" y="3931568"/>
            <a:ext cx="540000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EA4CAC1A-DF4D-C917-ACCE-04DA44A7CC2A}"/>
              </a:ext>
            </a:extLst>
          </p:cNvPr>
          <p:cNvSpPr txBox="1"/>
          <p:nvPr/>
        </p:nvSpPr>
        <p:spPr>
          <a:xfrm>
            <a:off x="589784" y="401690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E420C319-CF73-7EA3-A836-64FA4BF8B9C5}"/>
              </a:ext>
            </a:extLst>
          </p:cNvPr>
          <p:cNvSpPr txBox="1"/>
          <p:nvPr/>
        </p:nvSpPr>
        <p:spPr>
          <a:xfrm>
            <a:off x="589784" y="1183836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51CC24C1-C5D8-292E-1B3F-7BCB93D8F3FE}"/>
              </a:ext>
            </a:extLst>
          </p:cNvPr>
          <p:cNvCxnSpPr>
            <a:cxnSpLocks/>
          </p:cNvCxnSpPr>
          <p:nvPr/>
        </p:nvCxnSpPr>
        <p:spPr>
          <a:xfrm>
            <a:off x="1670256" y="949589"/>
            <a:ext cx="5310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74C28930-0EA0-6BD7-876C-93ED5F7FB242}"/>
              </a:ext>
            </a:extLst>
          </p:cNvPr>
          <p:cNvSpPr txBox="1"/>
          <p:nvPr/>
        </p:nvSpPr>
        <p:spPr>
          <a:xfrm>
            <a:off x="1614646" y="97981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WN.S5</a:t>
            </a:r>
          </a:p>
        </p:txBody>
      </p: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84AC4825-DBFE-CE27-B857-AE264F918F12}"/>
              </a:ext>
            </a:extLst>
          </p:cNvPr>
          <p:cNvCxnSpPr>
            <a:cxnSpLocks/>
          </p:cNvCxnSpPr>
          <p:nvPr/>
        </p:nvCxnSpPr>
        <p:spPr>
          <a:xfrm>
            <a:off x="1670256" y="3884941"/>
            <a:ext cx="55108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>
            <a:extLst>
              <a:ext uri="{FF2B5EF4-FFF2-40B4-BE49-F238E27FC236}">
                <a16:creationId xmlns:a16="http://schemas.microsoft.com/office/drawing/2014/main" id="{B14E5C70-D909-AE51-3C06-C4609F1F0A14}"/>
              </a:ext>
            </a:extLst>
          </p:cNvPr>
          <p:cNvSpPr txBox="1"/>
          <p:nvPr/>
        </p:nvSpPr>
        <p:spPr>
          <a:xfrm>
            <a:off x="1623432" y="36581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WN.S6</a:t>
            </a:r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A1E4D10A-9B91-B594-75DE-9A118ADEE3A3}"/>
              </a:ext>
            </a:extLst>
          </p:cNvPr>
          <p:cNvCxnSpPr>
            <a:cxnSpLocks/>
          </p:cNvCxnSpPr>
          <p:nvPr/>
        </p:nvCxnSpPr>
        <p:spPr>
          <a:xfrm>
            <a:off x="5458787" y="3884941"/>
            <a:ext cx="5605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3D9E682E-0E8C-CA1E-2EA4-6A8FFB386F1F}"/>
              </a:ext>
            </a:extLst>
          </p:cNvPr>
          <p:cNvSpPr txBox="1"/>
          <p:nvPr/>
        </p:nvSpPr>
        <p:spPr>
          <a:xfrm>
            <a:off x="5445593" y="368502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WN.S3</a:t>
            </a:r>
          </a:p>
        </p:txBody>
      </p: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566B0258-0D39-D0C6-470E-1EB204FF60CB}"/>
              </a:ext>
            </a:extLst>
          </p:cNvPr>
          <p:cNvCxnSpPr>
            <a:cxnSpLocks/>
          </p:cNvCxnSpPr>
          <p:nvPr/>
        </p:nvCxnSpPr>
        <p:spPr>
          <a:xfrm>
            <a:off x="3913962" y="4818852"/>
            <a:ext cx="0" cy="52830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D48779FD-7BA9-AB89-089B-4F88392A4E09}"/>
              </a:ext>
            </a:extLst>
          </p:cNvPr>
          <p:cNvSpPr txBox="1"/>
          <p:nvPr/>
        </p:nvSpPr>
        <p:spPr>
          <a:xfrm>
            <a:off x="3320330" y="50004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AC.W1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41F2C21F-7557-A1B7-EEF3-9907DFBD2872}"/>
              </a:ext>
            </a:extLst>
          </p:cNvPr>
          <p:cNvCxnSpPr>
            <a:cxnSpLocks/>
          </p:cNvCxnSpPr>
          <p:nvPr/>
        </p:nvCxnSpPr>
        <p:spPr>
          <a:xfrm>
            <a:off x="2201296" y="2262080"/>
            <a:ext cx="72215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F679A6CE-CDAB-9103-8CE8-C2A27A13CE05}"/>
              </a:ext>
            </a:extLst>
          </p:cNvPr>
          <p:cNvSpPr txBox="1"/>
          <p:nvPr/>
        </p:nvSpPr>
        <p:spPr>
          <a:xfrm>
            <a:off x="2225983" y="231093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AR.WR</a:t>
            </a:r>
          </a:p>
        </p:txBody>
      </p: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FEFDF6B-5717-F07D-11B2-49C0091DE1C0}"/>
              </a:ext>
            </a:extLst>
          </p:cNvPr>
          <p:cNvCxnSpPr>
            <a:cxnSpLocks/>
          </p:cNvCxnSpPr>
          <p:nvPr/>
        </p:nvCxnSpPr>
        <p:spPr>
          <a:xfrm>
            <a:off x="2220751" y="5064622"/>
            <a:ext cx="92663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E94F3A05-2775-2824-AD23-04901D634310}"/>
              </a:ext>
            </a:extLst>
          </p:cNvPr>
          <p:cNvSpPr txBox="1"/>
          <p:nvPr/>
        </p:nvSpPr>
        <p:spPr>
          <a:xfrm>
            <a:off x="2245438" y="512841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AC.WC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18684D-FC12-1969-15A4-CC526AF36061}"/>
              </a:ext>
            </a:extLst>
          </p:cNvPr>
          <p:cNvSpPr txBox="1"/>
          <p:nvPr/>
        </p:nvSpPr>
        <p:spPr>
          <a:xfrm>
            <a:off x="3856495" y="451709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AC.S1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482562-57FE-B123-A74D-B4F93EBAABB0}"/>
              </a:ext>
            </a:extLst>
          </p:cNvPr>
          <p:cNvCxnSpPr>
            <a:cxnSpLocks/>
          </p:cNvCxnSpPr>
          <p:nvPr/>
        </p:nvCxnSpPr>
        <p:spPr>
          <a:xfrm>
            <a:off x="6001493" y="3884941"/>
            <a:ext cx="15188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C68C150-B86E-DD59-F5B2-C99C5E3142AA}"/>
              </a:ext>
            </a:extLst>
          </p:cNvPr>
          <p:cNvCxnSpPr>
            <a:cxnSpLocks/>
          </p:cNvCxnSpPr>
          <p:nvPr/>
        </p:nvCxnSpPr>
        <p:spPr>
          <a:xfrm flipH="1" flipV="1">
            <a:off x="6747447" y="2936304"/>
            <a:ext cx="1" cy="52139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54E6A97-6782-F82A-B9BC-F6D0CF8D1F70}"/>
              </a:ext>
            </a:extLst>
          </p:cNvPr>
          <p:cNvSpPr txBox="1"/>
          <p:nvPr/>
        </p:nvSpPr>
        <p:spPr>
          <a:xfrm>
            <a:off x="6419473" y="3685752"/>
            <a:ext cx="655948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WN.W1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3CF27F-1D04-8640-8666-974BA629CBD2}"/>
              </a:ext>
            </a:extLst>
          </p:cNvPr>
          <p:cNvSpPr txBox="1"/>
          <p:nvPr/>
        </p:nvSpPr>
        <p:spPr>
          <a:xfrm>
            <a:off x="6391712" y="3126871"/>
            <a:ext cx="711471" cy="184666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WN.S1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B7C140E-CDB0-3C58-C2E2-C3BC596F3271}"/>
              </a:ext>
            </a:extLst>
          </p:cNvPr>
          <p:cNvSpPr/>
          <p:nvPr/>
        </p:nvSpPr>
        <p:spPr>
          <a:xfrm>
            <a:off x="6477447" y="3959056"/>
            <a:ext cx="540000" cy="54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F053E-ADC7-7E9A-999E-89870FF4B7EA}"/>
              </a:ext>
            </a:extLst>
          </p:cNvPr>
          <p:cNvSpPr txBox="1"/>
          <p:nvPr/>
        </p:nvSpPr>
        <p:spPr>
          <a:xfrm>
            <a:off x="6417304" y="4044390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89C1AF0-AA88-5E0B-6D35-2DB62F00EC83}"/>
              </a:ext>
            </a:extLst>
          </p:cNvPr>
          <p:cNvSpPr>
            <a:spLocks noChangeAspect="1"/>
          </p:cNvSpPr>
          <p:nvPr/>
        </p:nvSpPr>
        <p:spPr>
          <a:xfrm>
            <a:off x="6477447" y="1110314"/>
            <a:ext cx="540000" cy="5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66FDF7C-D2EB-EEC1-4CA9-E9C463CE99F5}"/>
              </a:ext>
            </a:extLst>
          </p:cNvPr>
          <p:cNvSpPr txBox="1"/>
          <p:nvPr/>
        </p:nvSpPr>
        <p:spPr>
          <a:xfrm>
            <a:off x="6417304" y="119564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DF249280-76BB-B5A2-36D0-8E7211CE06AD}"/>
              </a:ext>
            </a:extLst>
          </p:cNvPr>
          <p:cNvSpPr>
            <a:spLocks noChangeAspect="1"/>
          </p:cNvSpPr>
          <p:nvPr/>
        </p:nvSpPr>
        <p:spPr>
          <a:xfrm>
            <a:off x="247602" y="536570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85D291A-DA89-75B1-555F-F2A5F86EAE94}"/>
              </a:ext>
            </a:extLst>
          </p:cNvPr>
          <p:cNvSpPr txBox="1"/>
          <p:nvPr/>
        </p:nvSpPr>
        <p:spPr>
          <a:xfrm>
            <a:off x="133459" y="5428371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23BB682D-D7BE-7922-2DD9-FCBB286D12CF}"/>
              </a:ext>
            </a:extLst>
          </p:cNvPr>
          <p:cNvCxnSpPr>
            <a:cxnSpLocks/>
            <a:endCxn id="94" idx="0"/>
          </p:cNvCxnSpPr>
          <p:nvPr/>
        </p:nvCxnSpPr>
        <p:spPr>
          <a:xfrm flipH="1">
            <a:off x="463602" y="4955282"/>
            <a:ext cx="1" cy="41042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>
            <a:extLst>
              <a:ext uri="{FF2B5EF4-FFF2-40B4-BE49-F238E27FC236}">
                <a16:creationId xmlns:a16="http://schemas.microsoft.com/office/drawing/2014/main" id="{5B9E7BFD-53A7-C6FB-6088-497C01DA3DB9}"/>
              </a:ext>
            </a:extLst>
          </p:cNvPr>
          <p:cNvSpPr>
            <a:spLocks noChangeAspect="1"/>
          </p:cNvSpPr>
          <p:nvPr/>
        </p:nvSpPr>
        <p:spPr>
          <a:xfrm>
            <a:off x="1118919" y="5365703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317580C3-A067-B56F-0965-6B8E5E135ABB}"/>
              </a:ext>
            </a:extLst>
          </p:cNvPr>
          <p:cNvSpPr txBox="1"/>
          <p:nvPr/>
        </p:nvSpPr>
        <p:spPr>
          <a:xfrm>
            <a:off x="1004776" y="5428371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02047BB5-E125-466D-55FC-2D31D6F659ED}"/>
              </a:ext>
            </a:extLst>
          </p:cNvPr>
          <p:cNvCxnSpPr>
            <a:cxnSpLocks/>
            <a:endCxn id="108" idx="0"/>
          </p:cNvCxnSpPr>
          <p:nvPr/>
        </p:nvCxnSpPr>
        <p:spPr>
          <a:xfrm flipH="1">
            <a:off x="1334919" y="4945437"/>
            <a:ext cx="1" cy="42026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11F991AB-C87A-0F18-2B87-0332E49DF029}"/>
              </a:ext>
            </a:extLst>
          </p:cNvPr>
          <p:cNvSpPr txBox="1"/>
          <p:nvPr/>
        </p:nvSpPr>
        <p:spPr>
          <a:xfrm>
            <a:off x="137958" y="3502633"/>
            <a:ext cx="64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B6813F00-5C95-1BC1-4BD9-A75D7E8BB86B}"/>
              </a:ext>
            </a:extLst>
          </p:cNvPr>
          <p:cNvSpPr txBox="1"/>
          <p:nvPr/>
        </p:nvSpPr>
        <p:spPr>
          <a:xfrm>
            <a:off x="2222941" y="630145"/>
            <a:ext cx="53545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E4DA73E-6D5A-94FA-45E4-C2832E288E8A}"/>
              </a:ext>
            </a:extLst>
          </p:cNvPr>
          <p:cNvSpPr txBox="1"/>
          <p:nvPr/>
        </p:nvSpPr>
        <p:spPr>
          <a:xfrm>
            <a:off x="175012" y="626114"/>
            <a:ext cx="6422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FC98B749-0A65-DB1F-6C2D-BEF05AED63D1}"/>
              </a:ext>
            </a:extLst>
          </p:cNvPr>
          <p:cNvSpPr>
            <a:spLocks noChangeAspect="1"/>
          </p:cNvSpPr>
          <p:nvPr/>
        </p:nvSpPr>
        <p:spPr>
          <a:xfrm>
            <a:off x="205492" y="2504304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55055AC-1BC9-4479-DF14-A44081663557}"/>
              </a:ext>
            </a:extLst>
          </p:cNvPr>
          <p:cNvSpPr txBox="1"/>
          <p:nvPr/>
        </p:nvSpPr>
        <p:spPr>
          <a:xfrm>
            <a:off x="91349" y="256697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ABE2D476-F3D1-2B14-39DE-131F676CF53F}"/>
              </a:ext>
            </a:extLst>
          </p:cNvPr>
          <p:cNvCxnSpPr>
            <a:cxnSpLocks/>
            <a:endCxn id="135" idx="0"/>
          </p:cNvCxnSpPr>
          <p:nvPr/>
        </p:nvCxnSpPr>
        <p:spPr>
          <a:xfrm>
            <a:off x="421492" y="2151780"/>
            <a:ext cx="0" cy="35252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Rectangle 138">
            <a:extLst>
              <a:ext uri="{FF2B5EF4-FFF2-40B4-BE49-F238E27FC236}">
                <a16:creationId xmlns:a16="http://schemas.microsoft.com/office/drawing/2014/main" id="{32F987F6-A3DD-90EB-6D32-C034F5B7BCFE}"/>
              </a:ext>
            </a:extLst>
          </p:cNvPr>
          <p:cNvSpPr>
            <a:spLocks noChangeAspect="1"/>
          </p:cNvSpPr>
          <p:nvPr/>
        </p:nvSpPr>
        <p:spPr>
          <a:xfrm>
            <a:off x="1074468" y="2504304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4BB4115-785E-8695-80FE-3E725577FB2E}"/>
              </a:ext>
            </a:extLst>
          </p:cNvPr>
          <p:cNvSpPr txBox="1"/>
          <p:nvPr/>
        </p:nvSpPr>
        <p:spPr>
          <a:xfrm>
            <a:off x="954359" y="256697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5F7EBF5E-BB53-1389-66A6-8254F33F06E2}"/>
              </a:ext>
            </a:extLst>
          </p:cNvPr>
          <p:cNvCxnSpPr>
            <a:cxnSpLocks/>
            <a:endCxn id="139" idx="0"/>
          </p:cNvCxnSpPr>
          <p:nvPr/>
        </p:nvCxnSpPr>
        <p:spPr>
          <a:xfrm>
            <a:off x="1290468" y="2173286"/>
            <a:ext cx="0" cy="33101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Rectangle 157">
            <a:extLst>
              <a:ext uri="{FF2B5EF4-FFF2-40B4-BE49-F238E27FC236}">
                <a16:creationId xmlns:a16="http://schemas.microsoft.com/office/drawing/2014/main" id="{0B46F30B-C7DB-9ABA-721D-01CEAF0B43EC}"/>
              </a:ext>
            </a:extLst>
          </p:cNvPr>
          <p:cNvSpPr>
            <a:spLocks noChangeAspect="1"/>
          </p:cNvSpPr>
          <p:nvPr/>
        </p:nvSpPr>
        <p:spPr>
          <a:xfrm>
            <a:off x="6106383" y="5355493"/>
            <a:ext cx="432000" cy="432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F9405092-AA59-389E-B13F-37A8636A00C4}"/>
              </a:ext>
            </a:extLst>
          </p:cNvPr>
          <p:cNvSpPr txBox="1"/>
          <p:nvPr/>
        </p:nvSpPr>
        <p:spPr>
          <a:xfrm>
            <a:off x="5992240" y="54192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19D95A28-026A-CA1E-E201-F43156851B5D}"/>
              </a:ext>
            </a:extLst>
          </p:cNvPr>
          <p:cNvCxnSpPr>
            <a:cxnSpLocks/>
            <a:endCxn id="158" idx="0"/>
          </p:cNvCxnSpPr>
          <p:nvPr/>
        </p:nvCxnSpPr>
        <p:spPr>
          <a:xfrm flipH="1">
            <a:off x="6322383" y="5016437"/>
            <a:ext cx="1" cy="3390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TextBox 160">
            <a:extLst>
              <a:ext uri="{FF2B5EF4-FFF2-40B4-BE49-F238E27FC236}">
                <a16:creationId xmlns:a16="http://schemas.microsoft.com/office/drawing/2014/main" id="{34A1F334-5A58-0A97-D15C-FA9B202124AA}"/>
              </a:ext>
            </a:extLst>
          </p:cNvPr>
          <p:cNvSpPr txBox="1"/>
          <p:nvPr/>
        </p:nvSpPr>
        <p:spPr>
          <a:xfrm>
            <a:off x="5639840" y="505367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2584E421-AC35-1268-FA16-97575818F2D0}"/>
              </a:ext>
            </a:extLst>
          </p:cNvPr>
          <p:cNvSpPr>
            <a:spLocks noChangeAspect="1"/>
          </p:cNvSpPr>
          <p:nvPr/>
        </p:nvSpPr>
        <p:spPr>
          <a:xfrm>
            <a:off x="6977700" y="5345648"/>
            <a:ext cx="432000" cy="432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5FF270AD-E9D2-413A-5566-8C6AC02348F7}"/>
              </a:ext>
            </a:extLst>
          </p:cNvPr>
          <p:cNvSpPr txBox="1"/>
          <p:nvPr/>
        </p:nvSpPr>
        <p:spPr>
          <a:xfrm>
            <a:off x="6863557" y="5409373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9119F280-C78E-B539-5E54-6E0F9FD49DE7}"/>
              </a:ext>
            </a:extLst>
          </p:cNvPr>
          <p:cNvCxnSpPr>
            <a:cxnSpLocks/>
            <a:endCxn id="162" idx="0"/>
          </p:cNvCxnSpPr>
          <p:nvPr/>
        </p:nvCxnSpPr>
        <p:spPr>
          <a:xfrm flipH="1">
            <a:off x="7193700" y="5006592"/>
            <a:ext cx="1" cy="33905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A8311AFE-B9FD-297F-21C4-C332FD1F5CA0}"/>
              </a:ext>
            </a:extLst>
          </p:cNvPr>
          <p:cNvSpPr txBox="1"/>
          <p:nvPr/>
        </p:nvSpPr>
        <p:spPr>
          <a:xfrm>
            <a:off x="6488301" y="505367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9554E295-5F2D-3402-5930-9C497A8BFAAA}"/>
              </a:ext>
            </a:extLst>
          </p:cNvPr>
          <p:cNvSpPr txBox="1"/>
          <p:nvPr/>
        </p:nvSpPr>
        <p:spPr>
          <a:xfrm>
            <a:off x="6866658" y="664949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3EBC2DA5-2602-E61D-151B-B543078400B5}"/>
              </a:ext>
            </a:extLst>
          </p:cNvPr>
          <p:cNvSpPr txBox="1"/>
          <p:nvPr/>
        </p:nvSpPr>
        <p:spPr>
          <a:xfrm>
            <a:off x="5996736" y="3481046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D6CF737-9E42-1FE7-664B-11F188EE3D2F}"/>
              </a:ext>
            </a:extLst>
          </p:cNvPr>
          <p:cNvSpPr txBox="1"/>
          <p:nvPr/>
        </p:nvSpPr>
        <p:spPr>
          <a:xfrm>
            <a:off x="388730" y="2204628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1FE03C42-01C3-6706-EE11-BF949E72BC09}"/>
              </a:ext>
            </a:extLst>
          </p:cNvPr>
          <p:cNvSpPr txBox="1"/>
          <p:nvPr/>
        </p:nvSpPr>
        <p:spPr>
          <a:xfrm>
            <a:off x="1237191" y="2204628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AD73068E-7F2E-41FF-A6BA-8D6B9724E261}"/>
              </a:ext>
            </a:extLst>
          </p:cNvPr>
          <p:cNvSpPr txBox="1"/>
          <p:nvPr/>
        </p:nvSpPr>
        <p:spPr>
          <a:xfrm>
            <a:off x="417698" y="5017070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WN.AN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C89F7FFB-1474-F8F5-6081-69DFAF6A3035}"/>
              </a:ext>
            </a:extLst>
          </p:cNvPr>
          <p:cNvSpPr txBox="1"/>
          <p:nvPr/>
        </p:nvSpPr>
        <p:spPr>
          <a:xfrm>
            <a:off x="1266159" y="5017070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WN.AP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51184602-50E6-975A-FEE8-0CA1E3A7AE80}"/>
              </a:ext>
            </a:extLst>
          </p:cNvPr>
          <p:cNvSpPr txBox="1"/>
          <p:nvPr/>
        </p:nvSpPr>
        <p:spPr>
          <a:xfrm>
            <a:off x="-1" y="7376"/>
            <a:ext cx="79566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Cat-2: WN to AP/AN/AR/AC related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A95FBB-076B-CB05-610A-57F3D9B876D1}"/>
              </a:ext>
            </a:extLst>
          </p:cNvPr>
          <p:cNvSpPr txBox="1"/>
          <p:nvPr/>
        </p:nvSpPr>
        <p:spPr>
          <a:xfrm>
            <a:off x="4314535" y="3884247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5974F64-4789-5965-A76D-114E9DFB2963}"/>
              </a:ext>
            </a:extLst>
          </p:cNvPr>
          <p:cNvCxnSpPr>
            <a:cxnSpLocks/>
          </p:cNvCxnSpPr>
          <p:nvPr/>
        </p:nvCxnSpPr>
        <p:spPr>
          <a:xfrm>
            <a:off x="3147386" y="5185079"/>
            <a:ext cx="10183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28488524-85DF-F5C5-66F1-DFEF5A864F88}"/>
              </a:ext>
            </a:extLst>
          </p:cNvPr>
          <p:cNvSpPr/>
          <p:nvPr/>
        </p:nvSpPr>
        <p:spPr>
          <a:xfrm rot="16200000">
            <a:off x="3292780" y="3477508"/>
            <a:ext cx="742654" cy="126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F8F718A-6C0A-2674-4D5A-C95374264540}"/>
              </a:ext>
            </a:extLst>
          </p:cNvPr>
          <p:cNvSpPr txBox="1"/>
          <p:nvPr/>
        </p:nvSpPr>
        <p:spPr>
          <a:xfrm>
            <a:off x="2579756" y="42659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AC.GC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F593203-8D9D-A526-46A6-6EAEEAD12DDD}"/>
              </a:ext>
            </a:extLst>
          </p:cNvPr>
          <p:cNvSpPr/>
          <p:nvPr/>
        </p:nvSpPr>
        <p:spPr>
          <a:xfrm>
            <a:off x="3156912" y="3836445"/>
            <a:ext cx="1010424" cy="54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ED6527-96DF-4A38-FAA3-E2F22AF13546}"/>
              </a:ext>
            </a:extLst>
          </p:cNvPr>
          <p:cNvSpPr txBox="1"/>
          <p:nvPr/>
        </p:nvSpPr>
        <p:spPr>
          <a:xfrm>
            <a:off x="3156911" y="3858605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2AB21BB-FAB0-E0AB-161F-B735DE22EA98}"/>
              </a:ext>
            </a:extLst>
          </p:cNvPr>
          <p:cNvCxnSpPr>
            <a:cxnSpLocks/>
          </p:cNvCxnSpPr>
          <p:nvPr/>
        </p:nvCxnSpPr>
        <p:spPr>
          <a:xfrm>
            <a:off x="3913962" y="4386234"/>
            <a:ext cx="0" cy="43736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AF894D1-5597-3122-9972-B0C11D2EE597}"/>
              </a:ext>
            </a:extLst>
          </p:cNvPr>
          <p:cNvCxnSpPr>
            <a:cxnSpLocks/>
          </p:cNvCxnSpPr>
          <p:nvPr/>
        </p:nvCxnSpPr>
        <p:spPr>
          <a:xfrm flipH="1">
            <a:off x="2857115" y="4222808"/>
            <a:ext cx="173708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2252A45-C32D-C246-D794-D3F87999F55F}"/>
              </a:ext>
            </a:extLst>
          </p:cNvPr>
          <p:cNvCxnSpPr>
            <a:cxnSpLocks/>
          </p:cNvCxnSpPr>
          <p:nvPr/>
        </p:nvCxnSpPr>
        <p:spPr>
          <a:xfrm>
            <a:off x="3147386" y="4220870"/>
            <a:ext cx="16912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31ACE4B-7D1A-8304-A0B2-5F725A6741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2217644"/>
              </p:ext>
            </p:extLst>
          </p:nvPr>
        </p:nvGraphicFramePr>
        <p:xfrm>
          <a:off x="7740000" y="540000"/>
          <a:ext cx="4272001" cy="43513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1675201804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573199671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205312228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2742548007"/>
                    </a:ext>
                  </a:extLst>
                </a:gridCol>
                <a:gridCol w="592085">
                  <a:extLst>
                    <a:ext uri="{9D8B030D-6E8A-4147-A177-3AD203B41FA5}">
                      <a16:colId xmlns:a16="http://schemas.microsoft.com/office/drawing/2014/main" val="253275338"/>
                    </a:ext>
                  </a:extLst>
                </a:gridCol>
                <a:gridCol w="592085">
                  <a:extLst>
                    <a:ext uri="{9D8B030D-6E8A-4147-A177-3AD203B41FA5}">
                      <a16:colId xmlns:a16="http://schemas.microsoft.com/office/drawing/2014/main" val="3421918098"/>
                    </a:ext>
                  </a:extLst>
                </a:gridCol>
              </a:tblGrid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443007398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392567214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081773957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43458078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WN.S3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18252428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WN.S4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710775948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WN.S5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8.0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83375581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WN.S6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422214641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36291826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907215292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03157206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AR.WR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550887059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AN.WR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391361749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73377717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28.5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120.0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414050921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14383275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AC.WC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78915412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AN.WC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4006849505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2.8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783129673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2801151516"/>
                  </a:ext>
                </a:extLst>
              </a:tr>
              <a:tr h="20720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AC.R1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Donut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7770" marR="7770" marT="7770" marB="0" anchor="ctr"/>
                </a:tc>
                <a:extLst>
                  <a:ext uri="{0D108BD9-81ED-4DB2-BD59-A6C34878D82A}">
                    <a16:rowId xmlns:a16="http://schemas.microsoft.com/office/drawing/2014/main" val="158326373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E24B502-E049-E623-7632-732559F794D1}"/>
              </a:ext>
            </a:extLst>
          </p:cNvPr>
          <p:cNvSpPr txBox="1"/>
          <p:nvPr/>
        </p:nvSpPr>
        <p:spPr>
          <a:xfrm>
            <a:off x="7714948" y="5016437"/>
            <a:ext cx="4116711" cy="95410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WN(R)：WN overlapped AR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WN(C)：WN overlapped AC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AN(C)：AN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in WN(C)</a:t>
            </a:r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488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71363-75FF-A859-D39D-F65323132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72F59031-B446-0E7A-800D-6452C4C9B638}"/>
              </a:ext>
            </a:extLst>
          </p:cNvPr>
          <p:cNvSpPr/>
          <p:nvPr/>
        </p:nvSpPr>
        <p:spPr>
          <a:xfrm>
            <a:off x="6083248" y="500689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C0D604C-D1DA-E3EA-72E3-F541CBA9DBBD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AE70A90-43DB-76FF-F82F-54EB4744CC9C}"/>
              </a:ext>
            </a:extLst>
          </p:cNvPr>
          <p:cNvSpPr/>
          <p:nvPr/>
        </p:nvSpPr>
        <p:spPr>
          <a:xfrm>
            <a:off x="3303701" y="3996620"/>
            <a:ext cx="1943845" cy="81216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11D9D7-FAED-E94D-F942-4D55F36BA3D7}"/>
              </a:ext>
            </a:extLst>
          </p:cNvPr>
          <p:cNvSpPr/>
          <p:nvPr/>
        </p:nvSpPr>
        <p:spPr>
          <a:xfrm>
            <a:off x="3303701" y="1171930"/>
            <a:ext cx="1943845" cy="48439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9B7558-A980-475A-1EEC-D4721DD91B26}"/>
              </a:ext>
            </a:extLst>
          </p:cNvPr>
          <p:cNvSpPr/>
          <p:nvPr/>
        </p:nvSpPr>
        <p:spPr>
          <a:xfrm>
            <a:off x="3284065" y="5167765"/>
            <a:ext cx="1943845" cy="48439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5DD885-FE27-2F09-22A4-C48C39AA5316}"/>
              </a:ext>
            </a:extLst>
          </p:cNvPr>
          <p:cNvSpPr/>
          <p:nvPr/>
        </p:nvSpPr>
        <p:spPr>
          <a:xfrm>
            <a:off x="3303701" y="2059372"/>
            <a:ext cx="1943845" cy="76665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EEA860-B8BB-F1CD-25DD-3BDE1002D522}"/>
              </a:ext>
            </a:extLst>
          </p:cNvPr>
          <p:cNvSpPr/>
          <p:nvPr/>
        </p:nvSpPr>
        <p:spPr>
          <a:xfrm>
            <a:off x="6071942" y="218269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291346-2F83-72F8-D9A7-BA8F10DADB22}"/>
              </a:ext>
            </a:extLst>
          </p:cNvPr>
          <p:cNvSpPr/>
          <p:nvPr/>
        </p:nvSpPr>
        <p:spPr>
          <a:xfrm>
            <a:off x="3915702" y="906179"/>
            <a:ext cx="180000" cy="4917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95D69D-1A25-E122-C7CB-A34F3FA0DA9F}"/>
              </a:ext>
            </a:extLst>
          </p:cNvPr>
          <p:cNvSpPr/>
          <p:nvPr/>
        </p:nvSpPr>
        <p:spPr>
          <a:xfrm>
            <a:off x="6078589" y="4013944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001493-2989-809C-422D-2DD5F98D8B83}"/>
              </a:ext>
            </a:extLst>
          </p:cNvPr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AC623B-27F3-97D5-D44F-598F44494443}"/>
              </a:ext>
            </a:extLst>
          </p:cNvPr>
          <p:cNvSpPr txBox="1"/>
          <p:nvPr/>
        </p:nvSpPr>
        <p:spPr>
          <a:xfrm>
            <a:off x="3290688" y="2170808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(M)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B0DF5E-CE00-8298-6676-9FE353932FD8}"/>
              </a:ext>
            </a:extLst>
          </p:cNvPr>
          <p:cNvSpPr txBox="1"/>
          <p:nvPr/>
        </p:nvSpPr>
        <p:spPr>
          <a:xfrm>
            <a:off x="3316574" y="4162280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(M)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A56BA5-0067-7225-01AC-BE989D6086E4}"/>
              </a:ext>
            </a:extLst>
          </p:cNvPr>
          <p:cNvSpPr txBox="1"/>
          <p:nvPr/>
        </p:nvSpPr>
        <p:spPr>
          <a:xfrm>
            <a:off x="6080778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B1AFB5-A998-331D-FCCF-D6618BC81BB6}"/>
              </a:ext>
            </a:extLst>
          </p:cNvPr>
          <p:cNvCxnSpPr>
            <a:cxnSpLocks/>
          </p:cNvCxnSpPr>
          <p:nvPr/>
        </p:nvCxnSpPr>
        <p:spPr>
          <a:xfrm>
            <a:off x="2801355" y="2559635"/>
            <a:ext cx="5023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60A0C41-7B6F-6731-DB35-224526BAB4DE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5247546" y="2506695"/>
            <a:ext cx="824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D0AE20-01C5-289E-0C7D-E9DF39C1A5E1}"/>
              </a:ext>
            </a:extLst>
          </p:cNvPr>
          <p:cNvCxnSpPr>
            <a:cxnSpLocks/>
          </p:cNvCxnSpPr>
          <p:nvPr/>
        </p:nvCxnSpPr>
        <p:spPr>
          <a:xfrm>
            <a:off x="4906987" y="2059372"/>
            <a:ext cx="8394" cy="7814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153836C-535F-F4DF-6AD5-A73862AE125C}"/>
              </a:ext>
            </a:extLst>
          </p:cNvPr>
          <p:cNvCxnSpPr>
            <a:cxnSpLocks/>
            <a:stCxn id="6" idx="1"/>
            <a:endCxn id="6" idx="3"/>
          </p:cNvCxnSpPr>
          <p:nvPr/>
        </p:nvCxnSpPr>
        <p:spPr>
          <a:xfrm>
            <a:off x="6071942" y="2506695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E50DA608-9DB4-1327-4903-BA2E8723644D}"/>
              </a:ext>
            </a:extLst>
          </p:cNvPr>
          <p:cNvSpPr/>
          <p:nvPr/>
        </p:nvSpPr>
        <p:spPr>
          <a:xfrm>
            <a:off x="6066478" y="1166315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776A958-8044-607E-64F8-066A94092AE4}"/>
              </a:ext>
            </a:extLst>
          </p:cNvPr>
          <p:cNvCxnSpPr>
            <a:cxnSpLocks/>
            <a:stCxn id="45" idx="2"/>
            <a:endCxn id="6" idx="0"/>
          </p:cNvCxnSpPr>
          <p:nvPr/>
        </p:nvCxnSpPr>
        <p:spPr>
          <a:xfrm>
            <a:off x="6390478" y="1814315"/>
            <a:ext cx="5464" cy="36838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7436310-0A4B-109E-8B1D-70EB0B30376C}"/>
              </a:ext>
            </a:extLst>
          </p:cNvPr>
          <p:cNvCxnSpPr>
            <a:cxnSpLocks/>
          </p:cNvCxnSpPr>
          <p:nvPr/>
        </p:nvCxnSpPr>
        <p:spPr>
          <a:xfrm>
            <a:off x="2805858" y="4325419"/>
            <a:ext cx="5036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5B77170-3F34-8A0B-E25F-52EAEABE2957}"/>
              </a:ext>
            </a:extLst>
          </p:cNvPr>
          <p:cNvCxnSpPr>
            <a:cxnSpLocks/>
          </p:cNvCxnSpPr>
          <p:nvPr/>
        </p:nvCxnSpPr>
        <p:spPr>
          <a:xfrm>
            <a:off x="5231984" y="4337944"/>
            <a:ext cx="8510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747275B1-7DFE-D284-C8F1-F5B25BFBA1EC}"/>
              </a:ext>
            </a:extLst>
          </p:cNvPr>
          <p:cNvCxnSpPr>
            <a:cxnSpLocks/>
            <a:stCxn id="10" idx="1"/>
            <a:endCxn id="10" idx="3"/>
          </p:cNvCxnSpPr>
          <p:nvPr/>
        </p:nvCxnSpPr>
        <p:spPr>
          <a:xfrm>
            <a:off x="6078589" y="4337944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B1348D2C-C4CF-139F-9E3A-0E1E3A424F6E}"/>
              </a:ext>
            </a:extLst>
          </p:cNvPr>
          <p:cNvCxnSpPr>
            <a:cxnSpLocks/>
          </p:cNvCxnSpPr>
          <p:nvPr/>
        </p:nvCxnSpPr>
        <p:spPr>
          <a:xfrm>
            <a:off x="4906987" y="4025151"/>
            <a:ext cx="0" cy="7836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43095CE-09E3-9EF2-D44D-5CBEA69A254E}"/>
              </a:ext>
            </a:extLst>
          </p:cNvPr>
          <p:cNvCxnSpPr>
            <a:cxnSpLocks/>
            <a:stCxn id="10" idx="2"/>
            <a:endCxn id="48" idx="0"/>
          </p:cNvCxnSpPr>
          <p:nvPr/>
        </p:nvCxnSpPr>
        <p:spPr>
          <a:xfrm>
            <a:off x="6402589" y="4661944"/>
            <a:ext cx="4659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83CD6FBD-2207-AC46-5CF6-2C46E10F5569}"/>
              </a:ext>
            </a:extLst>
          </p:cNvPr>
          <p:cNvSpPr txBox="1"/>
          <p:nvPr/>
        </p:nvSpPr>
        <p:spPr>
          <a:xfrm>
            <a:off x="6356204" y="1934732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AN.S1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DE9BE63-A90F-33FB-2155-3FB9931967AA}"/>
              </a:ext>
            </a:extLst>
          </p:cNvPr>
          <p:cNvSpPr txBox="1"/>
          <p:nvPr/>
        </p:nvSpPr>
        <p:spPr>
          <a:xfrm>
            <a:off x="6128741" y="413058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1323C7-E649-9337-4DC9-5CF6F5035569}"/>
              </a:ext>
            </a:extLst>
          </p:cNvPr>
          <p:cNvSpPr txBox="1"/>
          <p:nvPr/>
        </p:nvSpPr>
        <p:spPr>
          <a:xfrm>
            <a:off x="5332719" y="413058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AN.AP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2190FB0-29E2-44F4-5F37-A92DBCD817D3}"/>
              </a:ext>
            </a:extLst>
          </p:cNvPr>
          <p:cNvSpPr txBox="1"/>
          <p:nvPr/>
        </p:nvSpPr>
        <p:spPr>
          <a:xfrm>
            <a:off x="6467224" y="4742142"/>
            <a:ext cx="52053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AP.S1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D2408B1-4E08-8503-4DB2-0680D0E06E2B}"/>
              </a:ext>
            </a:extLst>
          </p:cNvPr>
          <p:cNvSpPr txBox="1"/>
          <p:nvPr/>
        </p:nvSpPr>
        <p:spPr>
          <a:xfrm>
            <a:off x="2756337" y="40910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DN.AN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8ED4B38-4E1E-4AF5-A317-40206B29C76A}"/>
              </a:ext>
            </a:extLst>
          </p:cNvPr>
          <p:cNvSpPr txBox="1"/>
          <p:nvPr/>
        </p:nvSpPr>
        <p:spPr>
          <a:xfrm>
            <a:off x="4876843" y="449481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EE2CED1-1B8C-2395-64EB-4CCAB5BABF3F}"/>
              </a:ext>
            </a:extLst>
          </p:cNvPr>
          <p:cNvCxnSpPr>
            <a:cxnSpLocks/>
          </p:cNvCxnSpPr>
          <p:nvPr/>
        </p:nvCxnSpPr>
        <p:spPr>
          <a:xfrm>
            <a:off x="4906987" y="1650660"/>
            <a:ext cx="0" cy="40871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96DEEFA-3E0A-FD96-5D14-22E8688D5A7F}"/>
              </a:ext>
            </a:extLst>
          </p:cNvPr>
          <p:cNvSpPr txBox="1"/>
          <p:nvPr/>
        </p:nvSpPr>
        <p:spPr>
          <a:xfrm>
            <a:off x="4899534" y="490842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AN.S1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DE1C0D9-FB7F-C9A2-AB50-6776626F911E}"/>
              </a:ext>
            </a:extLst>
          </p:cNvPr>
          <p:cNvCxnSpPr>
            <a:cxnSpLocks/>
          </p:cNvCxnSpPr>
          <p:nvPr/>
        </p:nvCxnSpPr>
        <p:spPr>
          <a:xfrm>
            <a:off x="4906987" y="4808780"/>
            <a:ext cx="0" cy="3589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4E830703-6BE8-F932-2DD3-B076838C5C9A}"/>
              </a:ext>
            </a:extLst>
          </p:cNvPr>
          <p:cNvSpPr/>
          <p:nvPr/>
        </p:nvSpPr>
        <p:spPr>
          <a:xfrm>
            <a:off x="4576790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21FD7C-498A-DE8A-484C-B8BCF465B818}"/>
              </a:ext>
            </a:extLst>
          </p:cNvPr>
          <p:cNvSpPr txBox="1"/>
          <p:nvPr/>
        </p:nvSpPr>
        <p:spPr>
          <a:xfrm>
            <a:off x="4461569" y="324909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E879FB-F8D7-A190-8EC0-F8534CDF75A7}"/>
              </a:ext>
            </a:extLst>
          </p:cNvPr>
          <p:cNvSpPr/>
          <p:nvPr/>
        </p:nvSpPr>
        <p:spPr>
          <a:xfrm>
            <a:off x="4398611" y="915358"/>
            <a:ext cx="180000" cy="49079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0DBAB51-9CFF-B4E2-D0C9-2F3CCD0D4EFC}"/>
              </a:ext>
            </a:extLst>
          </p:cNvPr>
          <p:cNvSpPr txBox="1"/>
          <p:nvPr/>
        </p:nvSpPr>
        <p:spPr>
          <a:xfrm>
            <a:off x="6064831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6834C97-E5E8-9B68-6DE9-10B6E239BB04}"/>
              </a:ext>
            </a:extLst>
          </p:cNvPr>
          <p:cNvSpPr txBox="1"/>
          <p:nvPr/>
        </p:nvSpPr>
        <p:spPr>
          <a:xfrm>
            <a:off x="6078589" y="255119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51C5D3D-BB6B-17C7-4E96-E5FC84AB6D46}"/>
              </a:ext>
            </a:extLst>
          </p:cNvPr>
          <p:cNvSpPr txBox="1"/>
          <p:nvPr/>
        </p:nvSpPr>
        <p:spPr>
          <a:xfrm>
            <a:off x="4877195" y="2221567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AP.WM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1405C12-17F3-BC36-C4B9-9247DB0ED4C8}"/>
              </a:ext>
            </a:extLst>
          </p:cNvPr>
          <p:cNvSpPr txBox="1"/>
          <p:nvPr/>
        </p:nvSpPr>
        <p:spPr>
          <a:xfrm>
            <a:off x="2758637" y="2611005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DP.AP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1E5FEE-6074-E486-4292-3D7E90F6A968}"/>
              </a:ext>
            </a:extLst>
          </p:cNvPr>
          <p:cNvSpPr txBox="1"/>
          <p:nvPr/>
        </p:nvSpPr>
        <p:spPr>
          <a:xfrm>
            <a:off x="5359410" y="257311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AP.AN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46AF078-BA61-4251-2216-6B6F9AEDAB8A}"/>
              </a:ext>
            </a:extLst>
          </p:cNvPr>
          <p:cNvSpPr txBox="1"/>
          <p:nvPr/>
        </p:nvSpPr>
        <p:spPr>
          <a:xfrm>
            <a:off x="4910381" y="177033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AP.S1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1F7C28C7-CC9D-77E1-FD0B-9B1D0B29FA09}"/>
              </a:ext>
            </a:extLst>
          </p:cNvPr>
          <p:cNvSpPr txBox="1"/>
          <p:nvPr/>
        </p:nvSpPr>
        <p:spPr>
          <a:xfrm>
            <a:off x="2435383" y="4715531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DN.S1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2DBEE178-C720-ABA0-1BD3-CF297EB4B2C1}"/>
              </a:ext>
            </a:extLst>
          </p:cNvPr>
          <p:cNvSpPr/>
          <p:nvPr/>
        </p:nvSpPr>
        <p:spPr>
          <a:xfrm>
            <a:off x="2162160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37E4E111-6A4F-DFE3-88EA-27447154ECBF}"/>
              </a:ext>
            </a:extLst>
          </p:cNvPr>
          <p:cNvSpPr/>
          <p:nvPr/>
        </p:nvSpPr>
        <p:spPr>
          <a:xfrm>
            <a:off x="2162160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BD7DE971-F97B-79D5-C96C-7F4BFE72E502}"/>
              </a:ext>
            </a:extLst>
          </p:cNvPr>
          <p:cNvSpPr txBox="1"/>
          <p:nvPr/>
        </p:nvSpPr>
        <p:spPr>
          <a:xfrm>
            <a:off x="2156017" y="2200667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cxnSp>
        <p:nvCxnSpPr>
          <p:cNvPr id="124" name="Straight Arrow Connector 123">
            <a:extLst>
              <a:ext uri="{FF2B5EF4-FFF2-40B4-BE49-F238E27FC236}">
                <a16:creationId xmlns:a16="http://schemas.microsoft.com/office/drawing/2014/main" id="{6F258D53-CE4B-1F3B-4CB2-87BD4D28948F}"/>
              </a:ext>
            </a:extLst>
          </p:cNvPr>
          <p:cNvCxnSpPr>
            <a:cxnSpLocks/>
          </p:cNvCxnSpPr>
          <p:nvPr/>
        </p:nvCxnSpPr>
        <p:spPr>
          <a:xfrm>
            <a:off x="2162160" y="1486706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77B7E5FE-8446-6505-D6E1-AFEDC80E1191}"/>
              </a:ext>
            </a:extLst>
          </p:cNvPr>
          <p:cNvCxnSpPr>
            <a:cxnSpLocks/>
          </p:cNvCxnSpPr>
          <p:nvPr/>
        </p:nvCxnSpPr>
        <p:spPr>
          <a:xfrm>
            <a:off x="2483831" y="1810706"/>
            <a:ext cx="0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TextBox 125">
            <a:extLst>
              <a:ext uri="{FF2B5EF4-FFF2-40B4-BE49-F238E27FC236}">
                <a16:creationId xmlns:a16="http://schemas.microsoft.com/office/drawing/2014/main" id="{C3641BF6-7B40-1BFB-5EE4-1A67BCA86838}"/>
              </a:ext>
            </a:extLst>
          </p:cNvPr>
          <p:cNvSpPr txBox="1"/>
          <p:nvPr/>
        </p:nvSpPr>
        <p:spPr>
          <a:xfrm>
            <a:off x="2175645" y="127934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DP.W1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CB1BB29-A45B-84D6-F7D1-1F83C128F59F}"/>
              </a:ext>
            </a:extLst>
          </p:cNvPr>
          <p:cNvSpPr txBox="1"/>
          <p:nvPr/>
        </p:nvSpPr>
        <p:spPr>
          <a:xfrm>
            <a:off x="2539479" y="1890904"/>
            <a:ext cx="52053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DP.S1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A79E6EF-B69A-FD4B-6D71-47FBC368ACA3}"/>
              </a:ext>
            </a:extLst>
          </p:cNvPr>
          <p:cNvSpPr/>
          <p:nvPr/>
        </p:nvSpPr>
        <p:spPr>
          <a:xfrm>
            <a:off x="2162160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5B321139-0A15-4BE5-C3EA-0B1CF270D5D7}"/>
              </a:ext>
            </a:extLst>
          </p:cNvPr>
          <p:cNvSpPr/>
          <p:nvPr/>
        </p:nvSpPr>
        <p:spPr>
          <a:xfrm>
            <a:off x="2162160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2EDC600-56CE-825F-BE6E-EC2156E4CE9E}"/>
              </a:ext>
            </a:extLst>
          </p:cNvPr>
          <p:cNvCxnSpPr>
            <a:cxnSpLocks/>
          </p:cNvCxnSpPr>
          <p:nvPr/>
        </p:nvCxnSpPr>
        <p:spPr>
          <a:xfrm>
            <a:off x="2162160" y="5326018"/>
            <a:ext cx="648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7971BF1-815C-2CA7-F52E-80BF165729FF}"/>
              </a:ext>
            </a:extLst>
          </p:cNvPr>
          <p:cNvCxnSpPr>
            <a:cxnSpLocks/>
          </p:cNvCxnSpPr>
          <p:nvPr/>
        </p:nvCxnSpPr>
        <p:spPr>
          <a:xfrm>
            <a:off x="2483831" y="4646841"/>
            <a:ext cx="0" cy="3449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6849F592-FAFE-68D1-24C5-9C25B8B2BE22}"/>
              </a:ext>
            </a:extLst>
          </p:cNvPr>
          <p:cNvSpPr txBox="1"/>
          <p:nvPr/>
        </p:nvSpPr>
        <p:spPr>
          <a:xfrm>
            <a:off x="2175645" y="5118657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DN.W1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0A8D215-928F-867D-BD34-7DC247D77EF2}"/>
              </a:ext>
            </a:extLst>
          </p:cNvPr>
          <p:cNvSpPr txBox="1"/>
          <p:nvPr/>
        </p:nvSpPr>
        <p:spPr>
          <a:xfrm>
            <a:off x="2155501" y="4043336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64772A34-0C54-AD35-152E-1FADDD2EDAF3}"/>
              </a:ext>
            </a:extLst>
          </p:cNvPr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Cat-3: MOS transistor related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DE98B13-74D9-3363-29C8-867B3767FDC9}"/>
              </a:ext>
            </a:extLst>
          </p:cNvPr>
          <p:cNvSpPr/>
          <p:nvPr/>
        </p:nvSpPr>
        <p:spPr>
          <a:xfrm>
            <a:off x="1014109" y="2171960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E1C26E81-3509-E93D-4F3F-1ECC2E7C14A2}"/>
              </a:ext>
            </a:extLst>
          </p:cNvPr>
          <p:cNvSpPr txBox="1"/>
          <p:nvPr/>
        </p:nvSpPr>
        <p:spPr>
          <a:xfrm>
            <a:off x="1012462" y="222230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8113652D-E80A-11E7-6BD9-878532B63D79}"/>
              </a:ext>
            </a:extLst>
          </p:cNvPr>
          <p:cNvCxnSpPr>
            <a:cxnSpLocks/>
          </p:cNvCxnSpPr>
          <p:nvPr/>
        </p:nvCxnSpPr>
        <p:spPr>
          <a:xfrm>
            <a:off x="1667673" y="2507766"/>
            <a:ext cx="50234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7" name="TextBox 146">
            <a:extLst>
              <a:ext uri="{FF2B5EF4-FFF2-40B4-BE49-F238E27FC236}">
                <a16:creationId xmlns:a16="http://schemas.microsoft.com/office/drawing/2014/main" id="{8A021CDE-2524-AB2A-1265-C5E60D3DDE14}"/>
              </a:ext>
            </a:extLst>
          </p:cNvPr>
          <p:cNvSpPr txBox="1"/>
          <p:nvPr/>
        </p:nvSpPr>
        <p:spPr>
          <a:xfrm>
            <a:off x="1624955" y="2559136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DP.AN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20ECB5A0-A10E-C3B8-890D-46619FE14F9D}"/>
              </a:ext>
            </a:extLst>
          </p:cNvPr>
          <p:cNvSpPr/>
          <p:nvPr/>
        </p:nvSpPr>
        <p:spPr>
          <a:xfrm>
            <a:off x="1027787" y="3991249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25F31B94-C369-8019-1D34-9F7283069FC5}"/>
              </a:ext>
            </a:extLst>
          </p:cNvPr>
          <p:cNvSpPr txBox="1"/>
          <p:nvPr/>
        </p:nvSpPr>
        <p:spPr>
          <a:xfrm>
            <a:off x="1025317" y="432003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6D71DE32-85C6-6F06-18CA-ED68354CED42}"/>
              </a:ext>
            </a:extLst>
          </p:cNvPr>
          <p:cNvCxnSpPr>
            <a:cxnSpLocks/>
          </p:cNvCxnSpPr>
          <p:nvPr/>
        </p:nvCxnSpPr>
        <p:spPr>
          <a:xfrm>
            <a:off x="1671106" y="4313767"/>
            <a:ext cx="50360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9F885E88-360B-1B0A-DE59-14984A77A1A1}"/>
              </a:ext>
            </a:extLst>
          </p:cNvPr>
          <p:cNvSpPr txBox="1"/>
          <p:nvPr/>
        </p:nvSpPr>
        <p:spPr>
          <a:xfrm>
            <a:off x="1621585" y="40794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DN.AP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9A46665-51DB-8E14-95FF-26E01D760A05}"/>
              </a:ext>
            </a:extLst>
          </p:cNvPr>
          <p:cNvCxnSpPr>
            <a:cxnSpLocks/>
          </p:cNvCxnSpPr>
          <p:nvPr/>
        </p:nvCxnSpPr>
        <p:spPr>
          <a:xfrm>
            <a:off x="4398611" y="2551198"/>
            <a:ext cx="1743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6603040-386D-6E43-B96D-BB45514A5E7C}"/>
              </a:ext>
            </a:extLst>
          </p:cNvPr>
          <p:cNvSpPr txBox="1"/>
          <p:nvPr/>
        </p:nvSpPr>
        <p:spPr>
          <a:xfrm>
            <a:off x="4112926" y="2283317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AP.LM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08FD594-299B-355F-B0E9-76E31395717E}"/>
              </a:ext>
            </a:extLst>
          </p:cNvPr>
          <p:cNvCxnSpPr>
            <a:cxnSpLocks/>
          </p:cNvCxnSpPr>
          <p:nvPr/>
        </p:nvCxnSpPr>
        <p:spPr>
          <a:xfrm>
            <a:off x="4400671" y="4597914"/>
            <a:ext cx="17439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61E12F5D-58F1-2C8D-E234-DFC1971FD886}"/>
              </a:ext>
            </a:extLst>
          </p:cNvPr>
          <p:cNvSpPr txBox="1"/>
          <p:nvPr/>
        </p:nvSpPr>
        <p:spPr>
          <a:xfrm>
            <a:off x="4114986" y="4330033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AN.LM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1A8AAA-34B1-DBFA-A2A6-AB57E99C97D6}"/>
              </a:ext>
            </a:extLst>
          </p:cNvPr>
          <p:cNvSpPr txBox="1"/>
          <p:nvPr/>
        </p:nvSpPr>
        <p:spPr>
          <a:xfrm>
            <a:off x="2984297" y="3012906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AP.WN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CF6A964-6A8B-BF57-9D6F-DC39492D272B}"/>
              </a:ext>
            </a:extLst>
          </p:cNvPr>
          <p:cNvCxnSpPr>
            <a:cxnSpLocks/>
          </p:cNvCxnSpPr>
          <p:nvPr/>
        </p:nvCxnSpPr>
        <p:spPr>
          <a:xfrm>
            <a:off x="3632007" y="2819960"/>
            <a:ext cx="0" cy="627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FD61EAD4-ADCB-2116-6FD8-17C774FEA31F}"/>
              </a:ext>
            </a:extLst>
          </p:cNvPr>
          <p:cNvSpPr txBox="1"/>
          <p:nvPr/>
        </p:nvSpPr>
        <p:spPr>
          <a:xfrm>
            <a:off x="1824815" y="3013645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AP.WN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9053751-75FA-DA46-F9A3-8DE276F548A5}"/>
              </a:ext>
            </a:extLst>
          </p:cNvPr>
          <p:cNvCxnSpPr>
            <a:cxnSpLocks/>
          </p:cNvCxnSpPr>
          <p:nvPr/>
        </p:nvCxnSpPr>
        <p:spPr>
          <a:xfrm>
            <a:off x="2472525" y="2820699"/>
            <a:ext cx="0" cy="62726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BED327B4-8D67-CB68-E3DE-8F27833FC0FC}"/>
              </a:ext>
            </a:extLst>
          </p:cNvPr>
          <p:cNvCxnSpPr>
            <a:cxnSpLocks/>
          </p:cNvCxnSpPr>
          <p:nvPr/>
        </p:nvCxnSpPr>
        <p:spPr>
          <a:xfrm>
            <a:off x="6402589" y="2830975"/>
            <a:ext cx="0" cy="59615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93D606A-B3B3-1BA1-E188-7A790F000E10}"/>
              </a:ext>
            </a:extLst>
          </p:cNvPr>
          <p:cNvSpPr txBox="1"/>
          <p:nvPr/>
        </p:nvSpPr>
        <p:spPr>
          <a:xfrm>
            <a:off x="6285456" y="3027857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AN.WN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FCB8E9-D850-4857-1D6B-AFA93EA1A9D2}"/>
              </a:ext>
            </a:extLst>
          </p:cNvPr>
          <p:cNvSpPr txBox="1"/>
          <p:nvPr/>
        </p:nvSpPr>
        <p:spPr>
          <a:xfrm>
            <a:off x="7714948" y="5016437"/>
            <a:ext cx="411671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AN(M)：AN-DN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AP(M)：AP-DP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WN(M)：WN overlapped AN/AP</a:t>
            </a: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74E503E8-3B7A-902E-5498-2E0E64969F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576548"/>
              </p:ext>
            </p:extLst>
          </p:nvPr>
        </p:nvGraphicFramePr>
        <p:xfrm>
          <a:off x="7629834" y="514868"/>
          <a:ext cx="4320000" cy="425915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2221269021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189607107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3889627498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2436653249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227245770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682232684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766593938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51923663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21497620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54895463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AP-GC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60.0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05874279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GC-AN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7298479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AP.WN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7.0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13577607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40281410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8599567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841235343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2399362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42786376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414630802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27305929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AN-GC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60.0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748010365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AN.LM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GC-AN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Lmin/max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30.0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84932585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AN.WN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WN(M)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5.0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69623298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325643918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48778842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203169020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AN(M)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2.8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5" marR="7605" marT="7605" marB="0" anchor="ctr"/>
                </a:tc>
                <a:extLst>
                  <a:ext uri="{0D108BD9-81ED-4DB2-BD59-A6C34878D82A}">
                    <a16:rowId xmlns:a16="http://schemas.microsoft.com/office/drawing/2014/main" val="1821366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296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4432-046C-7295-0631-1F32B3593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>
            <a:extLst>
              <a:ext uri="{FF2B5EF4-FFF2-40B4-BE49-F238E27FC236}">
                <a16:creationId xmlns:a16="http://schemas.microsoft.com/office/drawing/2014/main" id="{DBBE3572-332B-3510-54B0-36C6C4F12DC7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5675FC-C245-3D43-AB0E-25A9818B49C3}"/>
              </a:ext>
            </a:extLst>
          </p:cNvPr>
          <p:cNvSpPr/>
          <p:nvPr/>
        </p:nvSpPr>
        <p:spPr>
          <a:xfrm>
            <a:off x="2620949" y="3996620"/>
            <a:ext cx="1943845" cy="1616062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8BF216-E8CA-8979-CD6C-8A4AE701FCC6}"/>
              </a:ext>
            </a:extLst>
          </p:cNvPr>
          <p:cNvSpPr/>
          <p:nvPr/>
        </p:nvSpPr>
        <p:spPr>
          <a:xfrm>
            <a:off x="2620949" y="1178924"/>
            <a:ext cx="1943845" cy="16471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002C9D-4835-8EAC-ACC0-DBF1C2C3AD6D}"/>
              </a:ext>
            </a:extLst>
          </p:cNvPr>
          <p:cNvSpPr/>
          <p:nvPr/>
        </p:nvSpPr>
        <p:spPr>
          <a:xfrm>
            <a:off x="5389190" y="1174701"/>
            <a:ext cx="648000" cy="16471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B5C47B-68AC-EE41-EDA7-CB70D107BBAC}"/>
              </a:ext>
            </a:extLst>
          </p:cNvPr>
          <p:cNvSpPr/>
          <p:nvPr/>
        </p:nvSpPr>
        <p:spPr>
          <a:xfrm>
            <a:off x="3232950" y="906179"/>
            <a:ext cx="180000" cy="4978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4E81F7-13C3-F386-2FF2-1585825AF609}"/>
              </a:ext>
            </a:extLst>
          </p:cNvPr>
          <p:cNvSpPr/>
          <p:nvPr/>
        </p:nvSpPr>
        <p:spPr>
          <a:xfrm>
            <a:off x="5395837" y="4013943"/>
            <a:ext cx="648000" cy="159873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52C1BF-841F-78E4-CB92-48B1668E5261}"/>
              </a:ext>
            </a:extLst>
          </p:cNvPr>
          <p:cNvSpPr txBox="1"/>
          <p:nvPr/>
        </p:nvSpPr>
        <p:spPr>
          <a:xfrm>
            <a:off x="3890258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E8911E-6907-02D7-ECB8-403490522607}"/>
              </a:ext>
            </a:extLst>
          </p:cNvPr>
          <p:cNvSpPr txBox="1"/>
          <p:nvPr/>
        </p:nvSpPr>
        <p:spPr>
          <a:xfrm>
            <a:off x="3915265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A43B6D-1019-8ADE-BC0F-BF5D284A2B1E}"/>
              </a:ext>
            </a:extLst>
          </p:cNvPr>
          <p:cNvSpPr txBox="1"/>
          <p:nvPr/>
        </p:nvSpPr>
        <p:spPr>
          <a:xfrm>
            <a:off x="5398026" y="5335683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BB796B1-1947-96F5-846B-88335669D0EE}"/>
              </a:ext>
            </a:extLst>
          </p:cNvPr>
          <p:cNvCxnSpPr>
            <a:cxnSpLocks/>
            <a:stCxn id="8" idx="0"/>
          </p:cNvCxnSpPr>
          <p:nvPr/>
        </p:nvCxnSpPr>
        <p:spPr>
          <a:xfrm>
            <a:off x="3322950" y="906179"/>
            <a:ext cx="5765" cy="273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>
            <a:extLst>
              <a:ext uri="{FF2B5EF4-FFF2-40B4-BE49-F238E27FC236}">
                <a16:creationId xmlns:a16="http://schemas.microsoft.com/office/drawing/2014/main" id="{90A10991-8186-08B9-F85D-AC133022BE3B}"/>
              </a:ext>
            </a:extLst>
          </p:cNvPr>
          <p:cNvSpPr/>
          <p:nvPr/>
        </p:nvSpPr>
        <p:spPr>
          <a:xfrm>
            <a:off x="3894038" y="3143829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F59C383-00B6-E893-4E54-9BD203CD56EC}"/>
              </a:ext>
            </a:extLst>
          </p:cNvPr>
          <p:cNvSpPr txBox="1"/>
          <p:nvPr/>
        </p:nvSpPr>
        <p:spPr>
          <a:xfrm>
            <a:off x="3778817" y="3249099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F7DF4-01B4-8982-FA17-0AC9AA00B132}"/>
              </a:ext>
            </a:extLst>
          </p:cNvPr>
          <p:cNvSpPr/>
          <p:nvPr/>
        </p:nvSpPr>
        <p:spPr>
          <a:xfrm>
            <a:off x="3715859" y="915358"/>
            <a:ext cx="180000" cy="49695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96EC3-5651-055A-52CA-149E23D8BF74}"/>
              </a:ext>
            </a:extLst>
          </p:cNvPr>
          <p:cNvSpPr txBox="1"/>
          <p:nvPr/>
        </p:nvSpPr>
        <p:spPr>
          <a:xfrm>
            <a:off x="5382079" y="1216658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8F3A94D-878C-8853-A25F-086EA47A6CDF}"/>
              </a:ext>
            </a:extLst>
          </p:cNvPr>
          <p:cNvSpPr txBox="1"/>
          <p:nvPr/>
        </p:nvSpPr>
        <p:spPr>
          <a:xfrm flipH="1">
            <a:off x="2587039" y="936695"/>
            <a:ext cx="6112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GC.EP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DBA8974-4C8D-9AA8-485C-FDBEFC17B6EF}"/>
              </a:ext>
            </a:extLst>
          </p:cNvPr>
          <p:cNvSpPr/>
          <p:nvPr/>
        </p:nvSpPr>
        <p:spPr>
          <a:xfrm>
            <a:off x="4871369" y="333485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10A592-7FF4-FA57-A89E-E4EE42491C05}"/>
              </a:ext>
            </a:extLst>
          </p:cNvPr>
          <p:cNvSpPr/>
          <p:nvPr/>
        </p:nvSpPr>
        <p:spPr>
          <a:xfrm>
            <a:off x="4153792" y="2325452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8D71F2-D0B1-B272-05D2-D0AB83EE9CED}"/>
              </a:ext>
            </a:extLst>
          </p:cNvPr>
          <p:cNvSpPr/>
          <p:nvPr/>
        </p:nvSpPr>
        <p:spPr>
          <a:xfrm>
            <a:off x="4153792" y="177134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A980821-3D61-2AC6-F4B2-A2F50E465F77}"/>
              </a:ext>
            </a:extLst>
          </p:cNvPr>
          <p:cNvSpPr/>
          <p:nvPr/>
        </p:nvSpPr>
        <p:spPr>
          <a:xfrm>
            <a:off x="5622813" y="232545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DC823F7-9747-3D9D-30D4-3CD1018C346C}"/>
              </a:ext>
            </a:extLst>
          </p:cNvPr>
          <p:cNvSpPr/>
          <p:nvPr/>
        </p:nvSpPr>
        <p:spPr>
          <a:xfrm>
            <a:off x="5622093" y="177134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7337712-73D3-777A-0004-53ECCD57615D}"/>
              </a:ext>
            </a:extLst>
          </p:cNvPr>
          <p:cNvCxnSpPr>
            <a:cxnSpLocks/>
          </p:cNvCxnSpPr>
          <p:nvPr/>
        </p:nvCxnSpPr>
        <p:spPr>
          <a:xfrm flipH="1">
            <a:off x="5389190" y="2415452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C7BD7632-9A5C-ECE7-AF86-127270EC3078}"/>
              </a:ext>
            </a:extLst>
          </p:cNvPr>
          <p:cNvCxnSpPr>
            <a:cxnSpLocks/>
          </p:cNvCxnSpPr>
          <p:nvPr/>
        </p:nvCxnSpPr>
        <p:spPr>
          <a:xfrm flipH="1">
            <a:off x="5622093" y="241545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911FCDE-F3D2-308F-32DD-23FC77CEF084}"/>
              </a:ext>
            </a:extLst>
          </p:cNvPr>
          <p:cNvSpPr txBox="1"/>
          <p:nvPr/>
        </p:nvSpPr>
        <p:spPr>
          <a:xfrm>
            <a:off x="5533782" y="254589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660D4A3A-C776-B40B-12D0-1696220E2289}"/>
              </a:ext>
            </a:extLst>
          </p:cNvPr>
          <p:cNvCxnSpPr>
            <a:cxnSpLocks/>
          </p:cNvCxnSpPr>
          <p:nvPr/>
        </p:nvCxnSpPr>
        <p:spPr>
          <a:xfrm>
            <a:off x="5712093" y="1979967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2E001B0-8FA3-A49B-3066-FE8ECAA1CB85}"/>
              </a:ext>
            </a:extLst>
          </p:cNvPr>
          <p:cNvSpPr txBox="1"/>
          <p:nvPr/>
        </p:nvSpPr>
        <p:spPr>
          <a:xfrm>
            <a:off x="5724127" y="208932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1FCF448-02BE-FAEB-8F63-15206ABFD6EF}"/>
              </a:ext>
            </a:extLst>
          </p:cNvPr>
          <p:cNvSpPr txBox="1"/>
          <p:nvPr/>
        </p:nvSpPr>
        <p:spPr>
          <a:xfrm>
            <a:off x="4835560" y="23259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CO.AN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5EC3E67-13CB-F8DC-6CE1-7D306A03FEDA}"/>
              </a:ext>
            </a:extLst>
          </p:cNvPr>
          <p:cNvCxnSpPr>
            <a:cxnSpLocks/>
          </p:cNvCxnSpPr>
          <p:nvPr/>
        </p:nvCxnSpPr>
        <p:spPr>
          <a:xfrm flipH="1">
            <a:off x="3905060" y="2415048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EA56F1DE-4631-6562-1C01-EC51787AD524}"/>
              </a:ext>
            </a:extLst>
          </p:cNvPr>
          <p:cNvCxnSpPr>
            <a:cxnSpLocks/>
          </p:cNvCxnSpPr>
          <p:nvPr/>
        </p:nvCxnSpPr>
        <p:spPr>
          <a:xfrm flipH="1">
            <a:off x="4154533" y="185664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3CB63A4D-0614-71E2-43FC-BF7B9699B060}"/>
              </a:ext>
            </a:extLst>
          </p:cNvPr>
          <p:cNvCxnSpPr>
            <a:cxnSpLocks/>
          </p:cNvCxnSpPr>
          <p:nvPr/>
        </p:nvCxnSpPr>
        <p:spPr>
          <a:xfrm flipH="1">
            <a:off x="4326089" y="1866895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A1D8EAFD-6BBC-CEEE-04E8-16B173D72C37}"/>
              </a:ext>
            </a:extLst>
          </p:cNvPr>
          <p:cNvCxnSpPr>
            <a:cxnSpLocks/>
          </p:cNvCxnSpPr>
          <p:nvPr/>
        </p:nvCxnSpPr>
        <p:spPr>
          <a:xfrm>
            <a:off x="4241387" y="197071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DC04C727-4D72-EF59-80B5-701FB0A0D1BF}"/>
              </a:ext>
            </a:extLst>
          </p:cNvPr>
          <p:cNvSpPr txBox="1"/>
          <p:nvPr/>
        </p:nvSpPr>
        <p:spPr>
          <a:xfrm>
            <a:off x="4261390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A837BBC-3280-3317-7AEB-2D9BD292B1EB}"/>
              </a:ext>
            </a:extLst>
          </p:cNvPr>
          <p:cNvSpPr txBox="1"/>
          <p:nvPr/>
        </p:nvSpPr>
        <p:spPr>
          <a:xfrm>
            <a:off x="4530495" y="17780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CO.AP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81A34F4-9853-5226-3A21-209483817BF0}"/>
              </a:ext>
            </a:extLst>
          </p:cNvPr>
          <p:cNvSpPr txBox="1"/>
          <p:nvPr/>
        </p:nvSpPr>
        <p:spPr>
          <a:xfrm>
            <a:off x="4219030" y="156948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687AD2E-A0BD-98E3-F610-2F4EC96CCB67}"/>
              </a:ext>
            </a:extLst>
          </p:cNvPr>
          <p:cNvSpPr txBox="1"/>
          <p:nvPr/>
        </p:nvSpPr>
        <p:spPr>
          <a:xfrm>
            <a:off x="3870364" y="25809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CO.GG</a:t>
            </a: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31F8FC72-6C2C-F277-910A-FC9728AEC759}"/>
              </a:ext>
            </a:extLst>
          </p:cNvPr>
          <p:cNvSpPr/>
          <p:nvPr/>
        </p:nvSpPr>
        <p:spPr>
          <a:xfrm>
            <a:off x="4153792" y="4832111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A0EB2A6-422A-A130-4C0E-549E13A7702E}"/>
              </a:ext>
            </a:extLst>
          </p:cNvPr>
          <p:cNvSpPr/>
          <p:nvPr/>
        </p:nvSpPr>
        <p:spPr>
          <a:xfrm>
            <a:off x="4153792" y="4277999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28F9FC2D-478F-D12E-94C1-51F3A86B4F96}"/>
              </a:ext>
            </a:extLst>
          </p:cNvPr>
          <p:cNvSpPr/>
          <p:nvPr/>
        </p:nvSpPr>
        <p:spPr>
          <a:xfrm>
            <a:off x="5622813" y="483211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055C47C-6DCD-C2B1-3609-DC56E2730259}"/>
              </a:ext>
            </a:extLst>
          </p:cNvPr>
          <p:cNvSpPr/>
          <p:nvPr/>
        </p:nvSpPr>
        <p:spPr>
          <a:xfrm>
            <a:off x="5622093" y="427799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7679FB30-F3DD-815A-F14F-179549D7B450}"/>
              </a:ext>
            </a:extLst>
          </p:cNvPr>
          <p:cNvCxnSpPr>
            <a:cxnSpLocks/>
          </p:cNvCxnSpPr>
          <p:nvPr/>
        </p:nvCxnSpPr>
        <p:spPr>
          <a:xfrm flipH="1">
            <a:off x="5389190" y="4922111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154B1785-F64F-D130-05ED-D7DEB9E00941}"/>
              </a:ext>
            </a:extLst>
          </p:cNvPr>
          <p:cNvCxnSpPr>
            <a:cxnSpLocks/>
          </p:cNvCxnSpPr>
          <p:nvPr/>
        </p:nvCxnSpPr>
        <p:spPr>
          <a:xfrm flipH="1">
            <a:off x="5622093" y="492211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F3F19E98-36E8-8A2B-6D32-2CA595367EEC}"/>
              </a:ext>
            </a:extLst>
          </p:cNvPr>
          <p:cNvSpPr txBox="1"/>
          <p:nvPr/>
        </p:nvSpPr>
        <p:spPr>
          <a:xfrm>
            <a:off x="5533782" y="505255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2338B56E-65F4-5882-62B7-A3DCFD8B3D3D}"/>
              </a:ext>
            </a:extLst>
          </p:cNvPr>
          <p:cNvCxnSpPr>
            <a:cxnSpLocks/>
          </p:cNvCxnSpPr>
          <p:nvPr/>
        </p:nvCxnSpPr>
        <p:spPr>
          <a:xfrm>
            <a:off x="5712093" y="4486626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2371E287-57F7-E78B-8209-88256CF87F63}"/>
              </a:ext>
            </a:extLst>
          </p:cNvPr>
          <p:cNvSpPr txBox="1"/>
          <p:nvPr/>
        </p:nvSpPr>
        <p:spPr>
          <a:xfrm>
            <a:off x="5724127" y="459598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78C953F-526F-DDB1-FF27-394A2AB1FA1B}"/>
              </a:ext>
            </a:extLst>
          </p:cNvPr>
          <p:cNvSpPr txBox="1"/>
          <p:nvPr/>
        </p:nvSpPr>
        <p:spPr>
          <a:xfrm>
            <a:off x="4835560" y="483265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CO.AP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6C3427AB-E992-FBA7-1EF7-D64079CBCAAC}"/>
              </a:ext>
            </a:extLst>
          </p:cNvPr>
          <p:cNvCxnSpPr>
            <a:cxnSpLocks/>
          </p:cNvCxnSpPr>
          <p:nvPr/>
        </p:nvCxnSpPr>
        <p:spPr>
          <a:xfrm flipH="1">
            <a:off x="3905060" y="4921707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958FE95C-A4F1-401E-5960-43E9AAF4D79E}"/>
              </a:ext>
            </a:extLst>
          </p:cNvPr>
          <p:cNvCxnSpPr>
            <a:cxnSpLocks/>
          </p:cNvCxnSpPr>
          <p:nvPr/>
        </p:nvCxnSpPr>
        <p:spPr>
          <a:xfrm flipH="1">
            <a:off x="4154533" y="4363307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87FB77E-A1C4-A206-13C7-BBFE453BA704}"/>
              </a:ext>
            </a:extLst>
          </p:cNvPr>
          <p:cNvCxnSpPr>
            <a:cxnSpLocks/>
          </p:cNvCxnSpPr>
          <p:nvPr/>
        </p:nvCxnSpPr>
        <p:spPr>
          <a:xfrm flipH="1">
            <a:off x="4326089" y="4373554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7748F8A-898D-513E-907A-83B4C2217560}"/>
              </a:ext>
            </a:extLst>
          </p:cNvPr>
          <p:cNvCxnSpPr>
            <a:cxnSpLocks/>
          </p:cNvCxnSpPr>
          <p:nvPr/>
        </p:nvCxnSpPr>
        <p:spPr>
          <a:xfrm>
            <a:off x="4241387" y="4477369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TextBox 129">
            <a:extLst>
              <a:ext uri="{FF2B5EF4-FFF2-40B4-BE49-F238E27FC236}">
                <a16:creationId xmlns:a16="http://schemas.microsoft.com/office/drawing/2014/main" id="{A8485217-781E-F6DA-4E22-1FC1AEE14317}"/>
              </a:ext>
            </a:extLst>
          </p:cNvPr>
          <p:cNvSpPr txBox="1"/>
          <p:nvPr/>
        </p:nvSpPr>
        <p:spPr>
          <a:xfrm>
            <a:off x="4261390" y="457216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FA75EBED-77E5-228F-BC0B-E293A72BAB11}"/>
              </a:ext>
            </a:extLst>
          </p:cNvPr>
          <p:cNvSpPr txBox="1"/>
          <p:nvPr/>
        </p:nvSpPr>
        <p:spPr>
          <a:xfrm>
            <a:off x="4530495" y="428467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CO.AN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871E080-F11E-1652-83C8-A004CDD25E06}"/>
              </a:ext>
            </a:extLst>
          </p:cNvPr>
          <p:cNvSpPr txBox="1"/>
          <p:nvPr/>
        </p:nvSpPr>
        <p:spPr>
          <a:xfrm>
            <a:off x="4219030" y="40761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5FD4D232-D60F-542A-2CBE-1BE1B2EE8DD9}"/>
              </a:ext>
            </a:extLst>
          </p:cNvPr>
          <p:cNvSpPr txBox="1"/>
          <p:nvPr/>
        </p:nvSpPr>
        <p:spPr>
          <a:xfrm>
            <a:off x="3870364" y="508763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CO.GG</a:t>
            </a:r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14DAFDF6-B01A-D6A1-BEBB-5A447C5B2582}"/>
              </a:ext>
            </a:extLst>
          </p:cNvPr>
          <p:cNvCxnSpPr>
            <a:cxnSpLocks/>
          </p:cNvCxnSpPr>
          <p:nvPr/>
        </p:nvCxnSpPr>
        <p:spPr>
          <a:xfrm>
            <a:off x="3305999" y="5611837"/>
            <a:ext cx="5765" cy="27303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>
            <a:extLst>
              <a:ext uri="{FF2B5EF4-FFF2-40B4-BE49-F238E27FC236}">
                <a16:creationId xmlns:a16="http://schemas.microsoft.com/office/drawing/2014/main" id="{77CA75B8-C942-09CA-507C-DED19A10B1B3}"/>
              </a:ext>
            </a:extLst>
          </p:cNvPr>
          <p:cNvSpPr txBox="1"/>
          <p:nvPr/>
        </p:nvSpPr>
        <p:spPr>
          <a:xfrm flipH="1">
            <a:off x="2570088" y="5642353"/>
            <a:ext cx="61127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GC.EN</a:t>
            </a:r>
          </a:p>
        </p:txBody>
      </p: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B989FBFC-4104-965E-AB02-74B811017178}"/>
              </a:ext>
            </a:extLst>
          </p:cNvPr>
          <p:cNvCxnSpPr>
            <a:cxnSpLocks/>
          </p:cNvCxnSpPr>
          <p:nvPr/>
        </p:nvCxnSpPr>
        <p:spPr>
          <a:xfrm flipH="1">
            <a:off x="4858875" y="3424807"/>
            <a:ext cx="176064" cy="1030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8E1C91DF-605C-CA57-6197-959AF0EF9CC4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4961369" y="3143829"/>
            <a:ext cx="0" cy="1910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90FEDF52-E2E4-7EAF-E167-EB245BB5323B}"/>
              </a:ext>
            </a:extLst>
          </p:cNvPr>
          <p:cNvSpPr txBox="1"/>
          <p:nvPr/>
        </p:nvSpPr>
        <p:spPr>
          <a:xfrm>
            <a:off x="4705241" y="354892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CO.W1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805D74C8-FC93-3EFD-EE56-72563110438F}"/>
              </a:ext>
            </a:extLst>
          </p:cNvPr>
          <p:cNvSpPr txBox="1"/>
          <p:nvPr/>
        </p:nvSpPr>
        <p:spPr>
          <a:xfrm>
            <a:off x="4783778" y="29653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CO.GC</a:t>
            </a:r>
          </a:p>
        </p:txBody>
      </p:sp>
      <p:sp>
        <p:nvSpPr>
          <p:cNvPr id="148" name="Rectangle 147">
            <a:extLst>
              <a:ext uri="{FF2B5EF4-FFF2-40B4-BE49-F238E27FC236}">
                <a16:creationId xmlns:a16="http://schemas.microsoft.com/office/drawing/2014/main" id="{45ECFAE9-C848-8044-0E59-09CF2FCA342A}"/>
              </a:ext>
            </a:extLst>
          </p:cNvPr>
          <p:cNvSpPr/>
          <p:nvPr/>
        </p:nvSpPr>
        <p:spPr>
          <a:xfrm>
            <a:off x="4433709" y="333485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370D576C-8BE1-C83B-3C53-9F955D4146C2}"/>
              </a:ext>
            </a:extLst>
          </p:cNvPr>
          <p:cNvCxnSpPr>
            <a:cxnSpLocks/>
          </p:cNvCxnSpPr>
          <p:nvPr/>
        </p:nvCxnSpPr>
        <p:spPr>
          <a:xfrm flipH="1">
            <a:off x="4624324" y="3429959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TextBox 154">
            <a:extLst>
              <a:ext uri="{FF2B5EF4-FFF2-40B4-BE49-F238E27FC236}">
                <a16:creationId xmlns:a16="http://schemas.microsoft.com/office/drawing/2014/main" id="{ECDD72BD-AF1F-C48A-65A0-1F84904B41F3}"/>
              </a:ext>
            </a:extLst>
          </p:cNvPr>
          <p:cNvSpPr txBox="1"/>
          <p:nvPr/>
        </p:nvSpPr>
        <p:spPr>
          <a:xfrm>
            <a:off x="4240030" y="31313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CO.S1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0F7DDCE5-134F-BBC9-96E1-96673BB8796A}"/>
              </a:ext>
            </a:extLst>
          </p:cNvPr>
          <p:cNvSpPr/>
          <p:nvPr/>
        </p:nvSpPr>
        <p:spPr>
          <a:xfrm>
            <a:off x="1905161" y="3171020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7" name="Straight Arrow Connector 156">
            <a:extLst>
              <a:ext uri="{FF2B5EF4-FFF2-40B4-BE49-F238E27FC236}">
                <a16:creationId xmlns:a16="http://schemas.microsoft.com/office/drawing/2014/main" id="{792BF6CF-188E-F4A5-7E53-908BFE397795}"/>
              </a:ext>
            </a:extLst>
          </p:cNvPr>
          <p:cNvCxnSpPr>
            <a:cxnSpLocks/>
          </p:cNvCxnSpPr>
          <p:nvPr/>
        </p:nvCxnSpPr>
        <p:spPr>
          <a:xfrm>
            <a:off x="3045101" y="2817762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90361319-4B2C-4757-E636-33C36473E684}"/>
              </a:ext>
            </a:extLst>
          </p:cNvPr>
          <p:cNvSpPr txBox="1"/>
          <p:nvPr/>
        </p:nvSpPr>
        <p:spPr>
          <a:xfrm>
            <a:off x="2402231" y="291292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GC.AP</a:t>
            </a: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F2F73889-166E-3496-4D57-9802A441EE8A}"/>
              </a:ext>
            </a:extLst>
          </p:cNvPr>
          <p:cNvCxnSpPr>
            <a:cxnSpLocks/>
          </p:cNvCxnSpPr>
          <p:nvPr/>
        </p:nvCxnSpPr>
        <p:spPr>
          <a:xfrm>
            <a:off x="3027192" y="3665849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F2D70677-A09B-18FE-F057-5329A5849643}"/>
              </a:ext>
            </a:extLst>
          </p:cNvPr>
          <p:cNvSpPr txBox="1"/>
          <p:nvPr/>
        </p:nvSpPr>
        <p:spPr>
          <a:xfrm>
            <a:off x="2402231" y="375096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GC.AN</a:t>
            </a:r>
          </a:p>
        </p:txBody>
      </p:sp>
      <p:cxnSp>
        <p:nvCxnSpPr>
          <p:cNvPr id="162" name="Straight Arrow Connector 161">
            <a:extLst>
              <a:ext uri="{FF2B5EF4-FFF2-40B4-BE49-F238E27FC236}">
                <a16:creationId xmlns:a16="http://schemas.microsoft.com/office/drawing/2014/main" id="{7BD8F336-3AFF-A145-FEF1-D642EDF358C8}"/>
              </a:ext>
            </a:extLst>
          </p:cNvPr>
          <p:cNvCxnSpPr>
            <a:cxnSpLocks/>
          </p:cNvCxnSpPr>
          <p:nvPr/>
        </p:nvCxnSpPr>
        <p:spPr>
          <a:xfrm flipH="1">
            <a:off x="3232950" y="1982526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A095F2D9-D629-06DC-DF87-5581A434A266}"/>
              </a:ext>
            </a:extLst>
          </p:cNvPr>
          <p:cNvCxnSpPr>
            <a:cxnSpLocks/>
          </p:cNvCxnSpPr>
          <p:nvPr/>
        </p:nvCxnSpPr>
        <p:spPr>
          <a:xfrm flipH="1">
            <a:off x="3412950" y="1982526"/>
            <a:ext cx="30290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BF9C56F8-2789-6F5F-0B86-94706B477739}"/>
              </a:ext>
            </a:extLst>
          </p:cNvPr>
          <p:cNvSpPr txBox="1"/>
          <p:nvPr/>
        </p:nvSpPr>
        <p:spPr>
          <a:xfrm>
            <a:off x="3265202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GC.S1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256D5FA0-393C-9137-E742-7169C452B508}"/>
              </a:ext>
            </a:extLst>
          </p:cNvPr>
          <p:cNvSpPr txBox="1"/>
          <p:nvPr/>
        </p:nvSpPr>
        <p:spPr>
          <a:xfrm>
            <a:off x="3006936" y="1735357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GC.W1</a:t>
            </a: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0587F317-4D74-33B4-EBC9-C2D488432DF9}"/>
              </a:ext>
            </a:extLst>
          </p:cNvPr>
          <p:cNvSpPr/>
          <p:nvPr/>
        </p:nvSpPr>
        <p:spPr>
          <a:xfrm>
            <a:off x="1479408" y="215565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FA42FB4E-CA1C-5C5C-8BC5-E8C9386C28A3}"/>
              </a:ext>
            </a:extLst>
          </p:cNvPr>
          <p:cNvSpPr/>
          <p:nvPr/>
        </p:nvSpPr>
        <p:spPr>
          <a:xfrm>
            <a:off x="1479408" y="1162706"/>
            <a:ext cx="648000" cy="64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EBDF19A8-8DF7-DC45-7321-A72381AF0A24}"/>
              </a:ext>
            </a:extLst>
          </p:cNvPr>
          <p:cNvSpPr txBox="1"/>
          <p:nvPr/>
        </p:nvSpPr>
        <p:spPr>
          <a:xfrm>
            <a:off x="1473265" y="2200667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6F7B5AB3-1A3B-0B9D-26FA-B298A3210202}"/>
              </a:ext>
            </a:extLst>
          </p:cNvPr>
          <p:cNvSpPr/>
          <p:nvPr/>
        </p:nvSpPr>
        <p:spPr>
          <a:xfrm>
            <a:off x="1479408" y="499179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5A0F46DC-6282-E388-1595-B9D27AF92B78}"/>
              </a:ext>
            </a:extLst>
          </p:cNvPr>
          <p:cNvSpPr/>
          <p:nvPr/>
        </p:nvSpPr>
        <p:spPr>
          <a:xfrm>
            <a:off x="1479408" y="3998841"/>
            <a:ext cx="648000" cy="648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1C3667E3-0F73-FE38-9BA3-BC768340482D}"/>
              </a:ext>
            </a:extLst>
          </p:cNvPr>
          <p:cNvSpPr txBox="1"/>
          <p:nvPr/>
        </p:nvSpPr>
        <p:spPr>
          <a:xfrm>
            <a:off x="1473265" y="5051640"/>
            <a:ext cx="66028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(D)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E90E2ED-1BC9-9242-AFA9-89A32D164124}"/>
              </a:ext>
            </a:extLst>
          </p:cNvPr>
          <p:cNvSpPr/>
          <p:nvPr/>
        </p:nvSpPr>
        <p:spPr>
          <a:xfrm>
            <a:off x="1713408" y="422773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82" name="Straight Arrow Connector 181">
            <a:extLst>
              <a:ext uri="{FF2B5EF4-FFF2-40B4-BE49-F238E27FC236}">
                <a16:creationId xmlns:a16="http://schemas.microsoft.com/office/drawing/2014/main" id="{1F5B18C0-3CFE-A3F0-3795-D5B7D360AA38}"/>
              </a:ext>
            </a:extLst>
          </p:cNvPr>
          <p:cNvCxnSpPr>
            <a:cxnSpLocks/>
          </p:cNvCxnSpPr>
          <p:nvPr/>
        </p:nvCxnSpPr>
        <p:spPr>
          <a:xfrm flipH="1">
            <a:off x="1479234" y="4322841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82">
            <a:extLst>
              <a:ext uri="{FF2B5EF4-FFF2-40B4-BE49-F238E27FC236}">
                <a16:creationId xmlns:a16="http://schemas.microsoft.com/office/drawing/2014/main" id="{1F081FFF-16D0-A9B4-0007-BCD0D2223B24}"/>
              </a:ext>
            </a:extLst>
          </p:cNvPr>
          <p:cNvCxnSpPr>
            <a:cxnSpLocks/>
          </p:cNvCxnSpPr>
          <p:nvPr/>
        </p:nvCxnSpPr>
        <p:spPr>
          <a:xfrm flipH="1">
            <a:off x="1716554" y="432284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F599AEED-F874-655D-6311-26823D42BBE8}"/>
              </a:ext>
            </a:extLst>
          </p:cNvPr>
          <p:cNvSpPr txBox="1"/>
          <p:nvPr/>
        </p:nvSpPr>
        <p:spPr>
          <a:xfrm>
            <a:off x="1623826" y="44407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CO.WD</a:t>
            </a: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04A0926-3548-33AC-B7FF-26BAB7E9D999}"/>
              </a:ext>
            </a:extLst>
          </p:cNvPr>
          <p:cNvSpPr txBox="1"/>
          <p:nvPr/>
        </p:nvSpPr>
        <p:spPr>
          <a:xfrm>
            <a:off x="925604" y="42305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CO.AD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5F3D694E-1529-F488-B4D8-DC840D4207E2}"/>
              </a:ext>
            </a:extLst>
          </p:cNvPr>
          <p:cNvSpPr/>
          <p:nvPr/>
        </p:nvSpPr>
        <p:spPr>
          <a:xfrm>
            <a:off x="1713408" y="139160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87" name="Straight Arrow Connector 186">
            <a:extLst>
              <a:ext uri="{FF2B5EF4-FFF2-40B4-BE49-F238E27FC236}">
                <a16:creationId xmlns:a16="http://schemas.microsoft.com/office/drawing/2014/main" id="{3C091577-5C64-DA1F-6989-7A1EC2CD4E5F}"/>
              </a:ext>
            </a:extLst>
          </p:cNvPr>
          <p:cNvCxnSpPr>
            <a:cxnSpLocks/>
          </p:cNvCxnSpPr>
          <p:nvPr/>
        </p:nvCxnSpPr>
        <p:spPr>
          <a:xfrm flipH="1">
            <a:off x="1478810" y="1486706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Straight Arrow Connector 187">
            <a:extLst>
              <a:ext uri="{FF2B5EF4-FFF2-40B4-BE49-F238E27FC236}">
                <a16:creationId xmlns:a16="http://schemas.microsoft.com/office/drawing/2014/main" id="{C0EDA6F4-AD0B-3D70-4639-7F2C2E734E7B}"/>
              </a:ext>
            </a:extLst>
          </p:cNvPr>
          <p:cNvCxnSpPr>
            <a:cxnSpLocks/>
          </p:cNvCxnSpPr>
          <p:nvPr/>
        </p:nvCxnSpPr>
        <p:spPr>
          <a:xfrm flipH="1">
            <a:off x="1716554" y="1486706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9" name="TextBox 188">
            <a:extLst>
              <a:ext uri="{FF2B5EF4-FFF2-40B4-BE49-F238E27FC236}">
                <a16:creationId xmlns:a16="http://schemas.microsoft.com/office/drawing/2014/main" id="{FAE5E701-95B2-5B33-E7B3-DB89049BBEFE}"/>
              </a:ext>
            </a:extLst>
          </p:cNvPr>
          <p:cNvSpPr txBox="1"/>
          <p:nvPr/>
        </p:nvSpPr>
        <p:spPr>
          <a:xfrm>
            <a:off x="1623402" y="160556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CO.WD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31D3E894-18F2-14B8-9578-D8ED0C70C670}"/>
              </a:ext>
            </a:extLst>
          </p:cNvPr>
          <p:cNvSpPr txBox="1"/>
          <p:nvPr/>
        </p:nvSpPr>
        <p:spPr>
          <a:xfrm>
            <a:off x="925180" y="139437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CO.AD</a:t>
            </a: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929EA662-AC3D-5997-9E05-2D1BDCDE1117}"/>
              </a:ext>
            </a:extLst>
          </p:cNvPr>
          <p:cNvSpPr txBox="1"/>
          <p:nvPr/>
        </p:nvSpPr>
        <p:spPr>
          <a:xfrm>
            <a:off x="672663" y="666687"/>
            <a:ext cx="121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D2909EA7-B1B9-AD22-206B-56B8A9F3E710}"/>
              </a:ext>
            </a:extLst>
          </p:cNvPr>
          <p:cNvSpPr txBox="1"/>
          <p:nvPr/>
        </p:nvSpPr>
        <p:spPr>
          <a:xfrm>
            <a:off x="-1" y="7376"/>
            <a:ext cx="56397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Cat-4: Contact and Poly related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1185E3-4BB8-5B63-3CA5-AAFDCF46DC95}"/>
              </a:ext>
            </a:extLst>
          </p:cNvPr>
          <p:cNvSpPr txBox="1"/>
          <p:nvPr/>
        </p:nvSpPr>
        <p:spPr>
          <a:xfrm>
            <a:off x="1236135" y="4024037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873945-3F70-B213-E176-1BFCFDFE6703}"/>
              </a:ext>
            </a:extLst>
          </p:cNvPr>
          <p:cNvSpPr txBox="1"/>
          <p:nvPr/>
        </p:nvSpPr>
        <p:spPr>
          <a:xfrm rot="16200000">
            <a:off x="3381496" y="2478817"/>
            <a:ext cx="88214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GC(G)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E05C77F-BC79-4A22-E884-4CFCA147BA68}"/>
              </a:ext>
            </a:extLst>
          </p:cNvPr>
          <p:cNvSpPr txBox="1"/>
          <p:nvPr/>
        </p:nvSpPr>
        <p:spPr>
          <a:xfrm>
            <a:off x="7627208" y="3788327"/>
            <a:ext cx="411671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AP(D)：AP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not interacted GC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AN(D)：AN</a:t>
            </a:r>
            <a:r>
              <a:rPr lang="en-US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 not interacted GC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CO(D)：CO on AP(D)/AN(D)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GC(G)：GC for PMOS/NMOS </a:t>
            </a:r>
          </a:p>
          <a:p>
            <a:endParaRPr lang="en-JP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5F0AF39-C438-C26B-177D-5A1ADF32DE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5541676"/>
              </p:ext>
            </p:extLst>
          </p:nvPr>
        </p:nvGraphicFramePr>
        <p:xfrm>
          <a:off x="7655269" y="544374"/>
          <a:ext cx="4320000" cy="304225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9368">
                  <a:extLst>
                    <a:ext uri="{9D8B030D-6E8A-4147-A177-3AD203B41FA5}">
                      <a16:colId xmlns:a16="http://schemas.microsoft.com/office/drawing/2014/main" val="2811769811"/>
                    </a:ext>
                  </a:extLst>
                </a:gridCol>
                <a:gridCol w="659368">
                  <a:extLst>
                    <a:ext uri="{9D8B030D-6E8A-4147-A177-3AD203B41FA5}">
                      <a16:colId xmlns:a16="http://schemas.microsoft.com/office/drawing/2014/main" val="3806865301"/>
                    </a:ext>
                  </a:extLst>
                </a:gridCol>
                <a:gridCol w="1023158">
                  <a:extLst>
                    <a:ext uri="{9D8B030D-6E8A-4147-A177-3AD203B41FA5}">
                      <a16:colId xmlns:a16="http://schemas.microsoft.com/office/drawing/2014/main" val="473933513"/>
                    </a:ext>
                  </a:extLst>
                </a:gridCol>
                <a:gridCol w="780632">
                  <a:extLst>
                    <a:ext uri="{9D8B030D-6E8A-4147-A177-3AD203B41FA5}">
                      <a16:colId xmlns:a16="http://schemas.microsoft.com/office/drawing/2014/main" val="221614513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2943966120"/>
                    </a:ext>
                  </a:extLst>
                </a:gridCol>
                <a:gridCol w="598737">
                  <a:extLst>
                    <a:ext uri="{9D8B030D-6E8A-4147-A177-3AD203B41FA5}">
                      <a16:colId xmlns:a16="http://schemas.microsoft.com/office/drawing/2014/main" val="1609701804"/>
                    </a:ext>
                  </a:extLst>
                </a:gridCol>
              </a:tblGrid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Rule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L1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L2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Func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MIN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MAX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6281034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28022662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42104286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AP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145832667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0.4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921656809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GC.EP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10255218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GC.EN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NMOS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ECmin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96304263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CO.W1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04765021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CO.S1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15349301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CO.WD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Wfix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03340217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CO.AD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CO(D)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AP+AN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1.2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105916276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052936067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4140821984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CO.GG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GC(G)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1.0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 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3123303460"/>
                  </a:ext>
                </a:extLst>
              </a:tr>
              <a:tr h="20281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CO.GC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GC+GR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Emin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>
                          <a:effectLst/>
                        </a:rPr>
                        <a:t>0.8</a:t>
                      </a:r>
                      <a:endParaRPr lang="en-JP" sz="110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100" u="none" strike="noStrike" dirty="0">
                          <a:effectLst/>
                        </a:rPr>
                        <a:t> </a:t>
                      </a:r>
                      <a:endParaRPr lang="en-JP" sz="110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</a:endParaRPr>
                    </a:p>
                  </a:txBody>
                  <a:tcPr marL="7606" marR="7606" marT="7606" marB="0" anchor="ctr"/>
                </a:tc>
                <a:extLst>
                  <a:ext uri="{0D108BD9-81ED-4DB2-BD59-A6C34878D82A}">
                    <a16:rowId xmlns:a16="http://schemas.microsoft.com/office/drawing/2014/main" val="2766032163"/>
                  </a:ext>
                </a:extLst>
              </a:tr>
            </a:tbl>
          </a:graphicData>
        </a:graphic>
      </p:graphicFrame>
      <p:sp>
        <p:nvSpPr>
          <p:cNvPr id="21" name="TextBox 20">
            <a:extLst>
              <a:ext uri="{FF2B5EF4-FFF2-40B4-BE49-F238E27FC236}">
                <a16:creationId xmlns:a16="http://schemas.microsoft.com/office/drawing/2014/main" id="{4009D2F0-0C67-4B4C-DADA-5C8ACF9304AB}"/>
              </a:ext>
            </a:extLst>
          </p:cNvPr>
          <p:cNvSpPr txBox="1"/>
          <p:nvPr/>
        </p:nvSpPr>
        <p:spPr>
          <a:xfrm rot="16200000">
            <a:off x="3390585" y="4882691"/>
            <a:ext cx="882149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100" dirty="0">
                <a:latin typeface="Meiryo" panose="020B0604030504040204" pitchFamily="34" charset="-128"/>
                <a:ea typeface="Meiryo" panose="020B0604030504040204" pitchFamily="34" charset="-128"/>
              </a:rPr>
              <a:t>GC(G)</a:t>
            </a:r>
          </a:p>
        </p:txBody>
      </p:sp>
    </p:spTree>
    <p:extLst>
      <p:ext uri="{BB962C8B-B14F-4D97-AF65-F5344CB8AC3E}">
        <p14:creationId xmlns:p14="http://schemas.microsoft.com/office/powerpoint/2010/main" val="3798011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6EC6D-C35A-9E7E-8916-BBA25D808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>
            <a:extLst>
              <a:ext uri="{FF2B5EF4-FFF2-40B4-BE49-F238E27FC236}">
                <a16:creationId xmlns:a16="http://schemas.microsoft.com/office/drawing/2014/main" id="{7A140151-51D6-CEAE-B6E4-0066B4D6B79B}"/>
              </a:ext>
            </a:extLst>
          </p:cNvPr>
          <p:cNvSpPr/>
          <p:nvPr/>
        </p:nvSpPr>
        <p:spPr>
          <a:xfrm>
            <a:off x="1473910" y="3899640"/>
            <a:ext cx="2340000" cy="234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4BF568-C708-E950-033A-C3B0E5359882}"/>
              </a:ext>
            </a:extLst>
          </p:cNvPr>
          <p:cNvSpPr/>
          <p:nvPr/>
        </p:nvSpPr>
        <p:spPr>
          <a:xfrm rot="16200000">
            <a:off x="1880418" y="4349640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1A448D8-3FE6-1577-625B-F61C973A12FD}"/>
              </a:ext>
            </a:extLst>
          </p:cNvPr>
          <p:cNvSpPr/>
          <p:nvPr/>
        </p:nvSpPr>
        <p:spPr>
          <a:xfrm rot="16200000">
            <a:off x="1031931" y="999469"/>
            <a:ext cx="1980000" cy="1980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04D910E-115D-1B19-7A73-1FB14C81EBCF}"/>
              </a:ext>
            </a:extLst>
          </p:cNvPr>
          <p:cNvSpPr/>
          <p:nvPr/>
        </p:nvSpPr>
        <p:spPr>
          <a:xfrm rot="16200000">
            <a:off x="1301931" y="1269469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BC67D7-AEF1-4177-FCD3-041E54D750F0}"/>
              </a:ext>
            </a:extLst>
          </p:cNvPr>
          <p:cNvSpPr/>
          <p:nvPr/>
        </p:nvSpPr>
        <p:spPr>
          <a:xfrm>
            <a:off x="1481931" y="1449469"/>
            <a:ext cx="1080000" cy="1080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AF3C2C1-438F-D405-207C-BD2EFCCAF705}"/>
              </a:ext>
            </a:extLst>
          </p:cNvPr>
          <p:cNvSpPr txBox="1"/>
          <p:nvPr/>
        </p:nvSpPr>
        <p:spPr>
          <a:xfrm>
            <a:off x="695347" y="629122"/>
            <a:ext cx="1219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WN(R)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987ADD-1D12-1BC7-52BF-84770549B029}"/>
              </a:ext>
            </a:extLst>
          </p:cNvPr>
          <p:cNvSpPr txBox="1"/>
          <p:nvPr/>
        </p:nvSpPr>
        <p:spPr>
          <a:xfrm>
            <a:off x="1424159" y="1456018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AR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1BFA0DB-AD51-AEEE-DE98-4B69BCFC6F72}"/>
              </a:ext>
            </a:extLst>
          </p:cNvPr>
          <p:cNvSpPr/>
          <p:nvPr/>
        </p:nvSpPr>
        <p:spPr>
          <a:xfrm>
            <a:off x="660267" y="3709912"/>
            <a:ext cx="3577845" cy="267546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6346C76-8BAA-1FBB-0EF1-52EE047FCD1D}"/>
              </a:ext>
            </a:extLst>
          </p:cNvPr>
          <p:cNvSpPr/>
          <p:nvPr/>
        </p:nvSpPr>
        <p:spPr>
          <a:xfrm>
            <a:off x="2060418" y="4529640"/>
            <a:ext cx="1080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ABC40DA-2634-9168-E2EB-37003E47B467}"/>
              </a:ext>
            </a:extLst>
          </p:cNvPr>
          <p:cNvSpPr txBox="1"/>
          <p:nvPr/>
        </p:nvSpPr>
        <p:spPr>
          <a:xfrm>
            <a:off x="675457" y="3770151"/>
            <a:ext cx="609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(C)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1F76A1-FA9A-968A-0706-82E81AE851AD}"/>
              </a:ext>
            </a:extLst>
          </p:cNvPr>
          <p:cNvSpPr txBox="1"/>
          <p:nvPr/>
        </p:nvSpPr>
        <p:spPr>
          <a:xfrm>
            <a:off x="2086606" y="4601632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389E2E5-A91D-3E25-8E4C-C5085A1B29F8}"/>
              </a:ext>
            </a:extLst>
          </p:cNvPr>
          <p:cNvSpPr/>
          <p:nvPr/>
        </p:nvSpPr>
        <p:spPr>
          <a:xfrm>
            <a:off x="3396898" y="1438767"/>
            <a:ext cx="540000" cy="1101405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3F47DB-8BEA-99AD-A297-EF0E91674835}"/>
              </a:ext>
            </a:extLst>
          </p:cNvPr>
          <p:cNvSpPr txBox="1"/>
          <p:nvPr/>
        </p:nvSpPr>
        <p:spPr>
          <a:xfrm>
            <a:off x="3405540" y="1496099"/>
            <a:ext cx="5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159DB9D-543D-F779-AAF2-3686A6291A0A}"/>
              </a:ext>
            </a:extLst>
          </p:cNvPr>
          <p:cNvCxnSpPr>
            <a:cxnSpLocks/>
          </p:cNvCxnSpPr>
          <p:nvPr/>
        </p:nvCxnSpPr>
        <p:spPr>
          <a:xfrm>
            <a:off x="3026946" y="1526078"/>
            <a:ext cx="384967" cy="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5FB5B9C-39B5-1CB0-9EF4-D1131998DFCC}"/>
              </a:ext>
            </a:extLst>
          </p:cNvPr>
          <p:cNvSpPr txBox="1"/>
          <p:nvPr/>
        </p:nvSpPr>
        <p:spPr>
          <a:xfrm>
            <a:off x="3056003" y="12626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GC.AN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014B57D4-7F31-D5CB-EB3B-1A28E16FF32E}"/>
              </a:ext>
            </a:extLst>
          </p:cNvPr>
          <p:cNvCxnSpPr>
            <a:cxnSpLocks/>
          </p:cNvCxnSpPr>
          <p:nvPr/>
        </p:nvCxnSpPr>
        <p:spPr>
          <a:xfrm>
            <a:off x="2561931" y="1989469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3DD2D45-5432-2F71-534E-2A6464526CC6}"/>
              </a:ext>
            </a:extLst>
          </p:cNvPr>
          <p:cNvSpPr txBox="1"/>
          <p:nvPr/>
        </p:nvSpPr>
        <p:spPr>
          <a:xfrm>
            <a:off x="2412432" y="169540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AR.GC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42578CB4-519C-A045-C0D8-D2CFDC49721D}"/>
              </a:ext>
            </a:extLst>
          </p:cNvPr>
          <p:cNvCxnSpPr>
            <a:cxnSpLocks/>
            <a:stCxn id="29" idx="3"/>
            <a:endCxn id="37" idx="3"/>
          </p:cNvCxnSpPr>
          <p:nvPr/>
        </p:nvCxnSpPr>
        <p:spPr>
          <a:xfrm flipV="1">
            <a:off x="2021931" y="999469"/>
            <a:ext cx="0" cy="27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7855CA5-C007-E3DD-3AE4-E793B4763879}"/>
              </a:ext>
            </a:extLst>
          </p:cNvPr>
          <p:cNvSpPr txBox="1"/>
          <p:nvPr/>
        </p:nvSpPr>
        <p:spPr>
          <a:xfrm>
            <a:off x="1775928" y="81143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AR.PW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D26271D3-E426-0795-A6F7-642EA806BF70}"/>
              </a:ext>
            </a:extLst>
          </p:cNvPr>
          <p:cNvSpPr/>
          <p:nvPr/>
        </p:nvSpPr>
        <p:spPr>
          <a:xfrm>
            <a:off x="3478210" y="523931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814A22B-738F-9E72-4294-208803F7F3DC}"/>
              </a:ext>
            </a:extLst>
          </p:cNvPr>
          <p:cNvSpPr txBox="1"/>
          <p:nvPr/>
        </p:nvSpPr>
        <p:spPr>
          <a:xfrm>
            <a:off x="3209319" y="4009784"/>
            <a:ext cx="502695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CA2E0C-9517-9B52-0B53-E1794A0E8DD1}"/>
              </a:ext>
            </a:extLst>
          </p:cNvPr>
          <p:cNvSpPr/>
          <p:nvPr/>
        </p:nvSpPr>
        <p:spPr>
          <a:xfrm>
            <a:off x="3477490" y="4685205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6409BCC-A881-C129-00EC-A849D46170A8}"/>
              </a:ext>
            </a:extLst>
          </p:cNvPr>
          <p:cNvCxnSpPr>
            <a:cxnSpLocks/>
          </p:cNvCxnSpPr>
          <p:nvPr/>
        </p:nvCxnSpPr>
        <p:spPr>
          <a:xfrm flipH="1">
            <a:off x="3652638" y="4778076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593CBDE-B41C-0088-AA5D-3477A20BBCE1}"/>
              </a:ext>
            </a:extLst>
          </p:cNvPr>
          <p:cNvSpPr txBox="1"/>
          <p:nvPr/>
        </p:nvSpPr>
        <p:spPr>
          <a:xfrm>
            <a:off x="3548153" y="44717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CC.AN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D06D6249-88F0-DEC0-6763-52AD071F1FAC}"/>
              </a:ext>
            </a:extLst>
          </p:cNvPr>
          <p:cNvCxnSpPr>
            <a:cxnSpLocks/>
          </p:cNvCxnSpPr>
          <p:nvPr/>
        </p:nvCxnSpPr>
        <p:spPr>
          <a:xfrm flipH="1">
            <a:off x="3478930" y="5330517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A5FD0EB-5355-3A87-7A97-4B0A0DAF0B0C}"/>
              </a:ext>
            </a:extLst>
          </p:cNvPr>
          <p:cNvSpPr txBox="1"/>
          <p:nvPr/>
        </p:nvSpPr>
        <p:spPr>
          <a:xfrm>
            <a:off x="3509613" y="541682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CC.W1</a:t>
            </a: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60F97F6-DF6D-C3E0-B4F5-3D6DF7FD1F7C}"/>
              </a:ext>
            </a:extLst>
          </p:cNvPr>
          <p:cNvCxnSpPr>
            <a:cxnSpLocks/>
          </p:cNvCxnSpPr>
          <p:nvPr/>
        </p:nvCxnSpPr>
        <p:spPr>
          <a:xfrm>
            <a:off x="3574771" y="4882943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80F1395-0E88-BFDE-0EE4-1541C9262BBE}"/>
              </a:ext>
            </a:extLst>
          </p:cNvPr>
          <p:cNvSpPr txBox="1"/>
          <p:nvPr/>
        </p:nvSpPr>
        <p:spPr>
          <a:xfrm>
            <a:off x="3516355" y="490963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CC.S1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3AA8374-1712-A9A0-D7CF-D4846849B41E}"/>
              </a:ext>
            </a:extLst>
          </p:cNvPr>
          <p:cNvSpPr/>
          <p:nvPr/>
        </p:nvSpPr>
        <p:spPr>
          <a:xfrm>
            <a:off x="2786098" y="5196474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DC414879-262B-644A-B34D-54AE4E274186}"/>
              </a:ext>
            </a:extLst>
          </p:cNvPr>
          <p:cNvSpPr/>
          <p:nvPr/>
        </p:nvSpPr>
        <p:spPr>
          <a:xfrm>
            <a:off x="2785378" y="4642362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C74249B-AB04-FAE8-BB50-3ACA1034C226}"/>
              </a:ext>
            </a:extLst>
          </p:cNvPr>
          <p:cNvCxnSpPr>
            <a:cxnSpLocks/>
          </p:cNvCxnSpPr>
          <p:nvPr/>
        </p:nvCxnSpPr>
        <p:spPr>
          <a:xfrm flipH="1">
            <a:off x="2959790" y="4732681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9FE95848-B2F3-2E32-C1B8-B2645E85290A}"/>
              </a:ext>
            </a:extLst>
          </p:cNvPr>
          <p:cNvCxnSpPr>
            <a:cxnSpLocks/>
          </p:cNvCxnSpPr>
          <p:nvPr/>
        </p:nvCxnSpPr>
        <p:spPr>
          <a:xfrm flipH="1">
            <a:off x="2786818" y="5287674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05748FCE-3F67-4AF7-99F3-944633256910}"/>
              </a:ext>
            </a:extLst>
          </p:cNvPr>
          <p:cNvSpPr txBox="1"/>
          <p:nvPr/>
        </p:nvSpPr>
        <p:spPr>
          <a:xfrm>
            <a:off x="2848171" y="537824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CC.W1</a:t>
            </a:r>
          </a:p>
        </p:txBody>
      </p: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F9F944D7-BF7B-F56A-5E77-B0BBF4AE0E71}"/>
              </a:ext>
            </a:extLst>
          </p:cNvPr>
          <p:cNvCxnSpPr>
            <a:cxnSpLocks/>
          </p:cNvCxnSpPr>
          <p:nvPr/>
        </p:nvCxnSpPr>
        <p:spPr>
          <a:xfrm>
            <a:off x="2882659" y="484010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DC2E6887-4699-BB2F-4C94-1B4A6530AAD1}"/>
              </a:ext>
            </a:extLst>
          </p:cNvPr>
          <p:cNvSpPr txBox="1"/>
          <p:nvPr/>
        </p:nvSpPr>
        <p:spPr>
          <a:xfrm>
            <a:off x="2848171" y="491887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CC.S1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8DB1397-D140-C0D3-D2CF-5067D2E598F5}"/>
              </a:ext>
            </a:extLst>
          </p:cNvPr>
          <p:cNvSpPr txBox="1"/>
          <p:nvPr/>
        </p:nvSpPr>
        <p:spPr>
          <a:xfrm>
            <a:off x="2850215" y="447177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CC.AC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425377-8937-6973-D32A-B68A35B50AE7}"/>
              </a:ext>
            </a:extLst>
          </p:cNvPr>
          <p:cNvSpPr/>
          <p:nvPr/>
        </p:nvSpPr>
        <p:spPr>
          <a:xfrm>
            <a:off x="672663" y="540000"/>
            <a:ext cx="3565449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F8388B1-386B-4443-0F02-C70AECF91A14}"/>
              </a:ext>
            </a:extLst>
          </p:cNvPr>
          <p:cNvSpPr txBox="1"/>
          <p:nvPr/>
        </p:nvSpPr>
        <p:spPr>
          <a:xfrm>
            <a:off x="1959263" y="1023197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GC(AR)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B2CC9B0-2934-4568-F1BA-F8E56BDBB4B0}"/>
              </a:ext>
            </a:extLst>
          </p:cNvPr>
          <p:cNvSpPr/>
          <p:nvPr/>
        </p:nvSpPr>
        <p:spPr>
          <a:xfrm rot="16200000">
            <a:off x="3968361" y="1655011"/>
            <a:ext cx="2898925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236C4C-668F-B442-6E1A-AC5F2357AD62}"/>
              </a:ext>
            </a:extLst>
          </p:cNvPr>
          <p:cNvSpPr/>
          <p:nvPr/>
        </p:nvSpPr>
        <p:spPr>
          <a:xfrm rot="16200000">
            <a:off x="5324679" y="1651640"/>
            <a:ext cx="2898925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ADFE914-9917-FD56-4F7C-FE02DE4FAA33}"/>
              </a:ext>
            </a:extLst>
          </p:cNvPr>
          <p:cNvSpPr txBox="1"/>
          <p:nvPr/>
        </p:nvSpPr>
        <p:spPr>
          <a:xfrm>
            <a:off x="4535450" y="612285"/>
            <a:ext cx="66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E717F051-31A4-BA5D-596F-48E761A7984D}"/>
              </a:ext>
            </a:extLst>
          </p:cNvPr>
          <p:cNvCxnSpPr>
            <a:cxnSpLocks/>
          </p:cNvCxnSpPr>
          <p:nvPr/>
        </p:nvCxnSpPr>
        <p:spPr>
          <a:xfrm>
            <a:off x="5080097" y="1666306"/>
            <a:ext cx="6791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AB3C3D0A-2956-EE0B-CA02-67A34B8B4737}"/>
              </a:ext>
            </a:extLst>
          </p:cNvPr>
          <p:cNvSpPr txBox="1"/>
          <p:nvPr/>
        </p:nvSpPr>
        <p:spPr>
          <a:xfrm>
            <a:off x="5103996" y="173178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GR.W1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DA577111-3D71-1CE6-D53F-8929B0D66548}"/>
              </a:ext>
            </a:extLst>
          </p:cNvPr>
          <p:cNvCxnSpPr>
            <a:cxnSpLocks/>
          </p:cNvCxnSpPr>
          <p:nvPr/>
        </p:nvCxnSpPr>
        <p:spPr>
          <a:xfrm>
            <a:off x="5767515" y="1666306"/>
            <a:ext cx="67915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E77563CA-92B5-9C50-7317-217E26C2F6ED}"/>
              </a:ext>
            </a:extLst>
          </p:cNvPr>
          <p:cNvSpPr txBox="1"/>
          <p:nvPr/>
        </p:nvSpPr>
        <p:spPr>
          <a:xfrm>
            <a:off x="5839529" y="173178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GR.S1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F5EF051-3E71-1F5A-1A56-0B02CFAF55E7}"/>
              </a:ext>
            </a:extLst>
          </p:cNvPr>
          <p:cNvSpPr txBox="1"/>
          <p:nvPr/>
        </p:nvSpPr>
        <p:spPr>
          <a:xfrm>
            <a:off x="5898745" y="600250"/>
            <a:ext cx="66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(R)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6613ACD4-A5BD-C47C-FDA1-C126990A37BA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Cat-5: Resistor(AR/RS) and Capacitor(AC) related</a:t>
            </a:r>
          </a:p>
        </p:txBody>
      </p:sp>
      <p:sp>
        <p:nvSpPr>
          <p:cNvPr id="3" name="Snip Same Side Corner Rectangle 2">
            <a:extLst>
              <a:ext uri="{FF2B5EF4-FFF2-40B4-BE49-F238E27FC236}">
                <a16:creationId xmlns:a16="http://schemas.microsoft.com/office/drawing/2014/main" id="{A77F5BC1-E934-D3C6-ED2D-D576721F2BF1}"/>
              </a:ext>
            </a:extLst>
          </p:cNvPr>
          <p:cNvSpPr/>
          <p:nvPr/>
        </p:nvSpPr>
        <p:spPr>
          <a:xfrm>
            <a:off x="4783707" y="3767739"/>
            <a:ext cx="1440000" cy="2230407"/>
          </a:xfrm>
          <a:prstGeom prst="snip2SameRect">
            <a:avLst>
              <a:gd name="adj1" fmla="val 23682"/>
              <a:gd name="adj2" fmla="val 0"/>
            </a:avLst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CF4C29-4975-3EE4-6B4B-8F702E1B8B61}"/>
              </a:ext>
            </a:extLst>
          </p:cNvPr>
          <p:cNvSpPr/>
          <p:nvPr/>
        </p:nvSpPr>
        <p:spPr>
          <a:xfrm>
            <a:off x="5215707" y="4318569"/>
            <a:ext cx="576000" cy="3600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8250F2-78CE-C121-FBF8-0B6681051846}"/>
              </a:ext>
            </a:extLst>
          </p:cNvPr>
          <p:cNvCxnSpPr>
            <a:cxnSpLocks/>
          </p:cNvCxnSpPr>
          <p:nvPr/>
        </p:nvCxnSpPr>
        <p:spPr>
          <a:xfrm>
            <a:off x="5789283" y="4317815"/>
            <a:ext cx="432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B106056-7DAB-AA52-809A-0D6D85667A6C}"/>
              </a:ext>
            </a:extLst>
          </p:cNvPr>
          <p:cNvCxnSpPr>
            <a:cxnSpLocks/>
          </p:cNvCxnSpPr>
          <p:nvPr/>
        </p:nvCxnSpPr>
        <p:spPr>
          <a:xfrm>
            <a:off x="5863707" y="3767740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D3BE9F-0C17-8A1E-C7CB-608A2ADB1FB5}"/>
              </a:ext>
            </a:extLst>
          </p:cNvPr>
          <p:cNvCxnSpPr>
            <a:cxnSpLocks/>
          </p:cNvCxnSpPr>
          <p:nvPr/>
        </p:nvCxnSpPr>
        <p:spPr>
          <a:xfrm>
            <a:off x="6223707" y="3767740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971286-32A8-D15D-32E5-7C27122DF07D}"/>
              </a:ext>
            </a:extLst>
          </p:cNvPr>
          <p:cNvCxnSpPr>
            <a:cxnSpLocks/>
          </p:cNvCxnSpPr>
          <p:nvPr/>
        </p:nvCxnSpPr>
        <p:spPr>
          <a:xfrm>
            <a:off x="5518413" y="3767740"/>
            <a:ext cx="0" cy="5400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EC4BE94-7464-C0A1-EDAE-EEFC1B8A9394}"/>
              </a:ext>
            </a:extLst>
          </p:cNvPr>
          <p:cNvCxnSpPr>
            <a:cxnSpLocks/>
          </p:cNvCxnSpPr>
          <p:nvPr/>
        </p:nvCxnSpPr>
        <p:spPr>
          <a:xfrm>
            <a:off x="5215707" y="4416795"/>
            <a:ext cx="576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8F39688-B8C2-7314-785A-F5CC6ACDC4F7}"/>
              </a:ext>
            </a:extLst>
          </p:cNvPr>
          <p:cNvCxnSpPr>
            <a:cxnSpLocks/>
          </p:cNvCxnSpPr>
          <p:nvPr/>
        </p:nvCxnSpPr>
        <p:spPr>
          <a:xfrm>
            <a:off x="5119002" y="4319629"/>
            <a:ext cx="0" cy="35894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8E651CE-C877-B9AD-EDD2-AA656B1189AD}"/>
              </a:ext>
            </a:extLst>
          </p:cNvPr>
          <p:cNvSpPr txBox="1"/>
          <p:nvPr/>
        </p:nvSpPr>
        <p:spPr>
          <a:xfrm>
            <a:off x="4804677" y="5499401"/>
            <a:ext cx="870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/>
              <a:t>AR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A72DC6-1423-B1C9-2599-399DB8F6D2BA}"/>
              </a:ext>
            </a:extLst>
          </p:cNvPr>
          <p:cNvSpPr txBox="1"/>
          <p:nvPr/>
        </p:nvSpPr>
        <p:spPr>
          <a:xfrm>
            <a:off x="6242537" y="385896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AR.XY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29BCB2-D826-8F6C-F584-5D606AA4048E}"/>
              </a:ext>
            </a:extLst>
          </p:cNvPr>
          <p:cNvSpPr txBox="1"/>
          <p:nvPr/>
        </p:nvSpPr>
        <p:spPr>
          <a:xfrm>
            <a:off x="4886801" y="391098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CR.AT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917229-2684-1A92-001E-E6CD5F8F8815}"/>
              </a:ext>
            </a:extLst>
          </p:cNvPr>
          <p:cNvSpPr txBox="1"/>
          <p:nvPr/>
        </p:nvSpPr>
        <p:spPr>
          <a:xfrm>
            <a:off x="4380691" y="439813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CR.W1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658DE5-C109-21BC-A651-89980A955D20}"/>
              </a:ext>
            </a:extLst>
          </p:cNvPr>
          <p:cNvSpPr txBox="1"/>
          <p:nvPr/>
        </p:nvSpPr>
        <p:spPr>
          <a:xfrm>
            <a:off x="5817465" y="438145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CR.AS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AEE169E-BF41-36F0-CB98-48EB667DC818}"/>
              </a:ext>
            </a:extLst>
          </p:cNvPr>
          <p:cNvSpPr txBox="1"/>
          <p:nvPr/>
        </p:nvSpPr>
        <p:spPr>
          <a:xfrm>
            <a:off x="5910768" y="351481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AR.XY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5ED267-5186-A291-1D16-C32B539DFBF8}"/>
              </a:ext>
            </a:extLst>
          </p:cNvPr>
          <p:cNvSpPr txBox="1"/>
          <p:nvPr/>
        </p:nvSpPr>
        <p:spPr>
          <a:xfrm>
            <a:off x="5205423" y="444479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CR.W2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2001AEA0-08CF-D325-D192-50981CFBF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3" y="749707"/>
            <a:ext cx="203200" cy="2159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8480F04-BB21-9087-9990-0E1BF7FE0C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540" y="743823"/>
            <a:ext cx="203200" cy="215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9634EEE0-404F-3E43-B6FF-80E4E1205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223" y="2997036"/>
            <a:ext cx="203200" cy="2159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3CA8DB0-CFA4-6A9F-F71F-119068AE5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308" y="2991152"/>
            <a:ext cx="203200" cy="215900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31FA3B5-CC66-1495-DF32-68B8C099B007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5411439" y="965607"/>
            <a:ext cx="6384" cy="203142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D8830245-7FC7-1668-6C09-160EF5F8D47E}"/>
              </a:ext>
            </a:extLst>
          </p:cNvPr>
          <p:cNvSpPr txBox="1"/>
          <p:nvPr/>
        </p:nvSpPr>
        <p:spPr>
          <a:xfrm>
            <a:off x="5375834" y="240483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GR.L1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BCDEEA48-C016-A031-8EFC-F7DEA87898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812" y="1513038"/>
            <a:ext cx="203200" cy="215900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9E3FBB51-BD9D-10A5-272C-1770332F07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48" y="2259086"/>
            <a:ext cx="203200" cy="215900"/>
          </a:xfrm>
          <a:prstGeom prst="rect">
            <a:avLst/>
          </a:prstGeom>
        </p:spPr>
      </p:pic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71FB863-4058-6EE5-05E6-FBE54F73C593}"/>
              </a:ext>
            </a:extLst>
          </p:cNvPr>
          <p:cNvCxnSpPr>
            <a:cxnSpLocks/>
          </p:cNvCxnSpPr>
          <p:nvPr/>
        </p:nvCxnSpPr>
        <p:spPr>
          <a:xfrm flipV="1">
            <a:off x="2041412" y="1719460"/>
            <a:ext cx="0" cy="53962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TextBox 82">
            <a:extLst>
              <a:ext uri="{FF2B5EF4-FFF2-40B4-BE49-F238E27FC236}">
                <a16:creationId xmlns:a16="http://schemas.microsoft.com/office/drawing/2014/main" id="{7F765F34-83A5-FF42-D87E-393EE302424D}"/>
              </a:ext>
            </a:extLst>
          </p:cNvPr>
          <p:cNvSpPr txBox="1"/>
          <p:nvPr/>
        </p:nvSpPr>
        <p:spPr>
          <a:xfrm>
            <a:off x="1356424" y="197989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AR.L1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23145C5-584F-E164-117F-8AE9FD61594D}"/>
              </a:ext>
            </a:extLst>
          </p:cNvPr>
          <p:cNvCxnSpPr>
            <a:cxnSpLocks/>
          </p:cNvCxnSpPr>
          <p:nvPr/>
        </p:nvCxnSpPr>
        <p:spPr>
          <a:xfrm>
            <a:off x="4757277" y="5375815"/>
            <a:ext cx="14731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8DD46C18-4064-8714-F44B-A9BE6D296C45}"/>
              </a:ext>
            </a:extLst>
          </p:cNvPr>
          <p:cNvSpPr txBox="1"/>
          <p:nvPr/>
        </p:nvSpPr>
        <p:spPr>
          <a:xfrm>
            <a:off x="5215707" y="540951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AR.W1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041E7146-7DF3-22F7-9908-0D3136A27795}"/>
              </a:ext>
            </a:extLst>
          </p:cNvPr>
          <p:cNvSpPr/>
          <p:nvPr/>
        </p:nvSpPr>
        <p:spPr>
          <a:xfrm>
            <a:off x="5080097" y="966361"/>
            <a:ext cx="679151" cy="202479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C06500A4-820C-693A-BAB4-313A89E44CAB}"/>
              </a:ext>
            </a:extLst>
          </p:cNvPr>
          <p:cNvSpPr/>
          <p:nvPr/>
        </p:nvSpPr>
        <p:spPr>
          <a:xfrm>
            <a:off x="6429440" y="959723"/>
            <a:ext cx="679151" cy="202479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42287FE7-D02A-0462-CDD9-B7F77B03EB50}"/>
              </a:ext>
            </a:extLst>
          </p:cNvPr>
          <p:cNvSpPr/>
          <p:nvPr/>
        </p:nvSpPr>
        <p:spPr>
          <a:xfrm>
            <a:off x="1490786" y="1723495"/>
            <a:ext cx="1043898" cy="51893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DD80A20F-FEE8-D0A2-9CB5-EE147E92D9D0}"/>
              </a:ext>
            </a:extLst>
          </p:cNvPr>
          <p:cNvSpPr/>
          <p:nvPr/>
        </p:nvSpPr>
        <p:spPr>
          <a:xfrm>
            <a:off x="4765253" y="4685204"/>
            <a:ext cx="1465221" cy="1312927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46A89E1-7791-D381-870B-2A694D2706FB}"/>
              </a:ext>
            </a:extLst>
          </p:cNvPr>
          <p:cNvSpPr txBox="1"/>
          <p:nvPr/>
        </p:nvSpPr>
        <p:spPr>
          <a:xfrm>
            <a:off x="1458784" y="2476302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CO(RR)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4B16178-A657-924A-1CAE-CFAB40F5FC24}"/>
              </a:ext>
            </a:extLst>
          </p:cNvPr>
          <p:cNvSpPr txBox="1"/>
          <p:nvPr/>
        </p:nvSpPr>
        <p:spPr>
          <a:xfrm>
            <a:off x="4936434" y="4760251"/>
            <a:ext cx="113454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CL(RR)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04D29014-6EAE-57F7-397F-F12E5CB0DEA6}"/>
              </a:ext>
            </a:extLst>
          </p:cNvPr>
          <p:cNvSpPr txBox="1"/>
          <p:nvPr/>
        </p:nvSpPr>
        <p:spPr>
          <a:xfrm>
            <a:off x="5847040" y="2588550"/>
            <a:ext cx="494607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RS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F2C7BF6-F34C-CCED-2E21-F3DFA9A816BC}"/>
              </a:ext>
            </a:extLst>
          </p:cNvPr>
          <p:cNvSpPr txBox="1"/>
          <p:nvPr/>
        </p:nvSpPr>
        <p:spPr>
          <a:xfrm>
            <a:off x="6320340" y="4694988"/>
            <a:ext cx="494607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RR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87D54A3-2E2B-FEFF-7086-7BEC38307511}"/>
              </a:ext>
            </a:extLst>
          </p:cNvPr>
          <p:cNvSpPr txBox="1"/>
          <p:nvPr/>
        </p:nvSpPr>
        <p:spPr>
          <a:xfrm>
            <a:off x="5817465" y="6128886"/>
            <a:ext cx="1728863" cy="360850"/>
          </a:xfrm>
          <a:prstGeom prst="rect">
            <a:avLst/>
          </a:prstGeom>
          <a:noFill/>
          <a:ln w="19050">
            <a:solidFill>
              <a:schemeClr val="tx1"/>
            </a:solidFill>
            <a:prstDash val="dashDot"/>
          </a:ln>
        </p:spPr>
        <p:txBody>
          <a:bodyPr wrap="square" lIns="0" tIns="72000" rIns="0" bIns="72000" rtlCol="0" anchor="ctr" anchorCtr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R.</a:t>
            </a:r>
            <a:r>
              <a:rPr lang="en-US" sz="1400" dirty="0">
                <a:latin typeface="Meiryo" panose="020B0604030504040204" pitchFamily="34" charset="-128"/>
                <a:ea typeface="Meiryo" panose="020B0604030504040204" pitchFamily="34" charset="-128"/>
              </a:rPr>
              <a:t>E</a:t>
            </a:r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ffective region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9AF928A-1630-FD4A-9ED9-F2CF8F0E45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5638947"/>
              </p:ext>
            </p:extLst>
          </p:nvPr>
        </p:nvGraphicFramePr>
        <p:xfrm>
          <a:off x="7740000" y="540000"/>
          <a:ext cx="4272001" cy="43513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2464065483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4246942815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1727879732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2530138893"/>
                    </a:ext>
                  </a:extLst>
                </a:gridCol>
                <a:gridCol w="592085">
                  <a:extLst>
                    <a:ext uri="{9D8B030D-6E8A-4147-A177-3AD203B41FA5}">
                      <a16:colId xmlns:a16="http://schemas.microsoft.com/office/drawing/2014/main" val="839787633"/>
                    </a:ext>
                  </a:extLst>
                </a:gridCol>
                <a:gridCol w="592085">
                  <a:extLst>
                    <a:ext uri="{9D8B030D-6E8A-4147-A177-3AD203B41FA5}">
                      <a16:colId xmlns:a16="http://schemas.microsoft.com/office/drawing/2014/main" val="1489835841"/>
                    </a:ext>
                  </a:extLst>
                </a:gridCol>
              </a:tblGrid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77094234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RR(L)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2.8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416282648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AR.L1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RR(W)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63284985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74290051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AR.PW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GC(AR)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71905862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AR.XY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Bevel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XYmin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13880259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GC(AR)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???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04797862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GC.R1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GC(AR)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Donut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39028836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GC.R2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TieDown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62849148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RS(L)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63958796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GR.L1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RS(W)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458690147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GR.S1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86259642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CO(RR)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0842110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CR.W2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CL(RR)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97.5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3062006131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CR.AT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CO(RR)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AR(T)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544317129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CR.AS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CO(RR)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AR(S)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764487576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925722444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667167823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CC.AC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2.9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2810976402"/>
                  </a:ext>
                </a:extLst>
              </a:tr>
              <a:tr h="21756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CC.AN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8159" marR="8159" marT="8159" marB="0" anchor="ctr"/>
                </a:tc>
                <a:extLst>
                  <a:ext uri="{0D108BD9-81ED-4DB2-BD59-A6C34878D82A}">
                    <a16:rowId xmlns:a16="http://schemas.microsoft.com/office/drawing/2014/main" val="142289208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15AA042B-001E-605B-140F-F85601D57D0F}"/>
              </a:ext>
            </a:extLst>
          </p:cNvPr>
          <p:cNvSpPr txBox="1"/>
          <p:nvPr/>
        </p:nvSpPr>
        <p:spPr>
          <a:xfrm>
            <a:off x="7689896" y="4900465"/>
            <a:ext cx="4116711" cy="181588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GC(AR)：GC in WN(R)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RS(L) ：Length of AR effective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RS(W) ：Width of AR effective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CO(RR)：CO short side on AR 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CL(RR)：CO large side on AR 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AR(T) ：AR top fringe  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AR(S) ：AR side fringe 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CO(C) ：CO on AC</a:t>
            </a:r>
          </a:p>
        </p:txBody>
      </p:sp>
    </p:spTree>
    <p:extLst>
      <p:ext uri="{BB962C8B-B14F-4D97-AF65-F5344CB8AC3E}">
        <p14:creationId xmlns:p14="http://schemas.microsoft.com/office/powerpoint/2010/main" val="24105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640DF-AC20-1629-DEE7-1C4494E1D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146">
            <a:extLst>
              <a:ext uri="{FF2B5EF4-FFF2-40B4-BE49-F238E27FC236}">
                <a16:creationId xmlns:a16="http://schemas.microsoft.com/office/drawing/2014/main" id="{E7845C94-6D31-E4C8-C210-7718A977CA90}"/>
              </a:ext>
            </a:extLst>
          </p:cNvPr>
          <p:cNvSpPr/>
          <p:nvPr/>
        </p:nvSpPr>
        <p:spPr>
          <a:xfrm rot="16200000">
            <a:off x="6003403" y="4954897"/>
            <a:ext cx="1954443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C7EF40-586E-592F-DD26-DC9B1BFDFAAA}"/>
              </a:ext>
            </a:extLst>
          </p:cNvPr>
          <p:cNvSpPr/>
          <p:nvPr/>
        </p:nvSpPr>
        <p:spPr>
          <a:xfrm rot="16200000" flipH="1">
            <a:off x="3238778" y="2719455"/>
            <a:ext cx="1327921" cy="77973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02963274-1537-2AD3-B734-EEFFCD5DA56A}"/>
              </a:ext>
            </a:extLst>
          </p:cNvPr>
          <p:cNvSpPr/>
          <p:nvPr/>
        </p:nvSpPr>
        <p:spPr>
          <a:xfrm rot="16200000">
            <a:off x="2446513" y="2064162"/>
            <a:ext cx="2920585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1E1B6F-9E67-D444-07BA-872F1C398C3A}"/>
              </a:ext>
            </a:extLst>
          </p:cNvPr>
          <p:cNvSpPr/>
          <p:nvPr/>
        </p:nvSpPr>
        <p:spPr>
          <a:xfrm rot="16200000">
            <a:off x="2776744" y="3134826"/>
            <a:ext cx="5343989" cy="77973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5AAC73-0A8D-3C5C-7FD7-C6F7FB64B554}"/>
              </a:ext>
            </a:extLst>
          </p:cNvPr>
          <p:cNvSpPr/>
          <p:nvPr/>
        </p:nvSpPr>
        <p:spPr>
          <a:xfrm>
            <a:off x="3816494" y="2754669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854A6D1-4976-C9BF-E543-D5BFEC8405A7}"/>
              </a:ext>
            </a:extLst>
          </p:cNvPr>
          <p:cNvCxnSpPr>
            <a:cxnSpLocks/>
          </p:cNvCxnSpPr>
          <p:nvPr/>
        </p:nvCxnSpPr>
        <p:spPr>
          <a:xfrm flipH="1">
            <a:off x="3819640" y="285813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C2E69A5-0500-923B-B2C5-B4C3CC8B20F3}"/>
              </a:ext>
            </a:extLst>
          </p:cNvPr>
          <p:cNvSpPr txBox="1"/>
          <p:nvPr/>
        </p:nvSpPr>
        <p:spPr>
          <a:xfrm>
            <a:off x="3762954" y="253569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V1.W1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4DE8FF-C961-5887-FBB3-50076F6B5FAD}"/>
              </a:ext>
            </a:extLst>
          </p:cNvPr>
          <p:cNvSpPr/>
          <p:nvPr/>
        </p:nvSpPr>
        <p:spPr>
          <a:xfrm>
            <a:off x="3816494" y="3311478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5572BED-C1FA-F93D-CCAB-7D58A965E90C}"/>
              </a:ext>
            </a:extLst>
          </p:cNvPr>
          <p:cNvCxnSpPr>
            <a:cxnSpLocks/>
          </p:cNvCxnSpPr>
          <p:nvPr/>
        </p:nvCxnSpPr>
        <p:spPr>
          <a:xfrm flipH="1" flipV="1">
            <a:off x="3900894" y="3501686"/>
            <a:ext cx="1" cy="27159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254EBF0-112F-F283-4470-EE629AF4630B}"/>
              </a:ext>
            </a:extLst>
          </p:cNvPr>
          <p:cNvCxnSpPr>
            <a:cxnSpLocks/>
          </p:cNvCxnSpPr>
          <p:nvPr/>
        </p:nvCxnSpPr>
        <p:spPr>
          <a:xfrm>
            <a:off x="3906494" y="2963632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9E0671B-7F51-557D-87FE-5344C79C15FA}"/>
              </a:ext>
            </a:extLst>
          </p:cNvPr>
          <p:cNvSpPr txBox="1"/>
          <p:nvPr/>
        </p:nvSpPr>
        <p:spPr>
          <a:xfrm>
            <a:off x="3865733" y="306215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V1.S1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75C7A0-43DA-23D3-20D2-63B0B17CA246}"/>
              </a:ext>
            </a:extLst>
          </p:cNvPr>
          <p:cNvSpPr txBox="1"/>
          <p:nvPr/>
        </p:nvSpPr>
        <p:spPr>
          <a:xfrm>
            <a:off x="3916010" y="356634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V1.M1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DD2F8BB-DBAF-3273-0CD4-1CD62178A022}"/>
              </a:ext>
            </a:extLst>
          </p:cNvPr>
          <p:cNvSpPr txBox="1"/>
          <p:nvPr/>
        </p:nvSpPr>
        <p:spPr>
          <a:xfrm>
            <a:off x="3651606" y="890796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FB9703C-AEE0-D69A-F719-5E617CA0C19E}"/>
              </a:ext>
            </a:extLst>
          </p:cNvPr>
          <p:cNvSpPr/>
          <p:nvPr/>
        </p:nvSpPr>
        <p:spPr>
          <a:xfrm rot="16200000">
            <a:off x="1205029" y="2064161"/>
            <a:ext cx="2920585" cy="49765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FD0D1D67-40E3-6F47-B5BA-B1AD3CD55A23}"/>
              </a:ext>
            </a:extLst>
          </p:cNvPr>
          <p:cNvCxnSpPr>
            <a:cxnSpLocks/>
          </p:cNvCxnSpPr>
          <p:nvPr/>
        </p:nvCxnSpPr>
        <p:spPr>
          <a:xfrm>
            <a:off x="2416493" y="3251524"/>
            <a:ext cx="47427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A64916AE-F5B0-CF03-CF10-54F208A51895}"/>
              </a:ext>
            </a:extLst>
          </p:cNvPr>
          <p:cNvSpPr txBox="1"/>
          <p:nvPr/>
        </p:nvSpPr>
        <p:spPr>
          <a:xfrm>
            <a:off x="2366131" y="300140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M1.W1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64789C0-291A-13CE-A821-305443520711}"/>
              </a:ext>
            </a:extLst>
          </p:cNvPr>
          <p:cNvCxnSpPr>
            <a:cxnSpLocks/>
          </p:cNvCxnSpPr>
          <p:nvPr/>
        </p:nvCxnSpPr>
        <p:spPr>
          <a:xfrm>
            <a:off x="2905734" y="3251524"/>
            <a:ext cx="60713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FC8DD62-6C8D-81E6-3154-1D094EAA73CF}"/>
              </a:ext>
            </a:extLst>
          </p:cNvPr>
          <p:cNvSpPr txBox="1"/>
          <p:nvPr/>
        </p:nvSpPr>
        <p:spPr>
          <a:xfrm>
            <a:off x="2921846" y="300140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4CF3737-7F57-0E16-9F0A-07D8DEAB3DA5}"/>
              </a:ext>
            </a:extLst>
          </p:cNvPr>
          <p:cNvSpPr/>
          <p:nvPr/>
        </p:nvSpPr>
        <p:spPr>
          <a:xfrm rot="16200000">
            <a:off x="5508885" y="1923120"/>
            <a:ext cx="2920586" cy="7797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78FC44D-B13D-354E-66F2-53D237CE4690}"/>
              </a:ext>
            </a:extLst>
          </p:cNvPr>
          <p:cNvSpPr/>
          <p:nvPr/>
        </p:nvSpPr>
        <p:spPr>
          <a:xfrm>
            <a:off x="5366839" y="151606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5C8E27B-CB0E-C704-13D8-39264FA300ED}"/>
              </a:ext>
            </a:extLst>
          </p:cNvPr>
          <p:cNvSpPr/>
          <p:nvPr/>
        </p:nvSpPr>
        <p:spPr>
          <a:xfrm>
            <a:off x="5366839" y="2072870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6D46069-6C5C-0384-528D-1118E4CE6911}"/>
              </a:ext>
            </a:extLst>
          </p:cNvPr>
          <p:cNvSpPr txBox="1"/>
          <p:nvPr/>
        </p:nvSpPr>
        <p:spPr>
          <a:xfrm>
            <a:off x="2389253" y="890796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7D31F55-050E-9712-F138-03EE18D314DD}"/>
              </a:ext>
            </a:extLst>
          </p:cNvPr>
          <p:cNvSpPr txBox="1"/>
          <p:nvPr/>
        </p:nvSpPr>
        <p:spPr>
          <a:xfrm>
            <a:off x="6713978" y="918078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7F6511CD-664E-2D00-0A78-582AE6981CD0}"/>
              </a:ext>
            </a:extLst>
          </p:cNvPr>
          <p:cNvSpPr txBox="1"/>
          <p:nvPr/>
        </p:nvSpPr>
        <p:spPr>
          <a:xfrm>
            <a:off x="5193539" y="918078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</a:t>
            </a:r>
          </a:p>
        </p:txBody>
      </p: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1A16C9AA-DAE4-9F1B-62B8-BFEE20CAB9F3}"/>
              </a:ext>
            </a:extLst>
          </p:cNvPr>
          <p:cNvCxnSpPr>
            <a:cxnSpLocks/>
          </p:cNvCxnSpPr>
          <p:nvPr/>
        </p:nvCxnSpPr>
        <p:spPr>
          <a:xfrm>
            <a:off x="5058871" y="3242680"/>
            <a:ext cx="77811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E429B5D8-46BA-1166-1027-BD0EE7615012}"/>
              </a:ext>
            </a:extLst>
          </p:cNvPr>
          <p:cNvSpPr txBox="1"/>
          <p:nvPr/>
        </p:nvSpPr>
        <p:spPr>
          <a:xfrm>
            <a:off x="5143836" y="330815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M2.W1</a:t>
            </a:r>
          </a:p>
        </p:txBody>
      </p: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B2BE4E3-F39C-C0DD-7E6D-185A24FE5CA4}"/>
              </a:ext>
            </a:extLst>
          </p:cNvPr>
          <p:cNvCxnSpPr>
            <a:cxnSpLocks/>
          </p:cNvCxnSpPr>
          <p:nvPr/>
        </p:nvCxnSpPr>
        <p:spPr>
          <a:xfrm>
            <a:off x="5845253" y="3242680"/>
            <a:ext cx="73405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TextBox 106">
            <a:extLst>
              <a:ext uri="{FF2B5EF4-FFF2-40B4-BE49-F238E27FC236}">
                <a16:creationId xmlns:a16="http://schemas.microsoft.com/office/drawing/2014/main" id="{5B5977D0-D4B5-559A-9A29-139C89A6ABFB}"/>
              </a:ext>
            </a:extLst>
          </p:cNvPr>
          <p:cNvSpPr txBox="1"/>
          <p:nvPr/>
        </p:nvSpPr>
        <p:spPr>
          <a:xfrm>
            <a:off x="5917267" y="330815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M2.S1</a:t>
            </a:r>
          </a:p>
        </p:txBody>
      </p: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C6F56358-43C6-71B9-0A60-B57C9C7DB42B}"/>
              </a:ext>
            </a:extLst>
          </p:cNvPr>
          <p:cNvCxnSpPr>
            <a:cxnSpLocks/>
          </p:cNvCxnSpPr>
          <p:nvPr/>
        </p:nvCxnSpPr>
        <p:spPr>
          <a:xfrm flipH="1">
            <a:off x="5557701" y="1609823"/>
            <a:ext cx="28755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A071F9C8-3A73-37B2-BF40-DC4186BF9F78}"/>
              </a:ext>
            </a:extLst>
          </p:cNvPr>
          <p:cNvSpPr txBox="1"/>
          <p:nvPr/>
        </p:nvSpPr>
        <p:spPr>
          <a:xfrm>
            <a:off x="5393424" y="130607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M2.V1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45512C1B-8569-80BF-3B61-21C94CE0C564}"/>
              </a:ext>
            </a:extLst>
          </p:cNvPr>
          <p:cNvSpPr/>
          <p:nvPr/>
        </p:nvSpPr>
        <p:spPr>
          <a:xfrm rot="16200000">
            <a:off x="2926009" y="4882055"/>
            <a:ext cx="1980000" cy="6688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E8AE8345-AA27-02AA-E5D1-F63D868144EF}"/>
              </a:ext>
            </a:extLst>
          </p:cNvPr>
          <p:cNvSpPr txBox="1"/>
          <p:nvPr/>
        </p:nvSpPr>
        <p:spPr>
          <a:xfrm>
            <a:off x="3588535" y="5023175"/>
            <a:ext cx="668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AD2540EB-9EE6-78C9-D763-95C5A376CE25}"/>
              </a:ext>
            </a:extLst>
          </p:cNvPr>
          <p:cNvCxnSpPr>
            <a:cxnSpLocks/>
            <a:stCxn id="128" idx="3"/>
            <a:endCxn id="149" idx="1"/>
          </p:cNvCxnSpPr>
          <p:nvPr/>
        </p:nvCxnSpPr>
        <p:spPr>
          <a:xfrm>
            <a:off x="5541862" y="4638371"/>
            <a:ext cx="1337316" cy="61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BCCB4D8D-928A-B6DB-B4C8-CDCB2563E66F}"/>
              </a:ext>
            </a:extLst>
          </p:cNvPr>
          <p:cNvSpPr txBox="1"/>
          <p:nvPr/>
        </p:nvSpPr>
        <p:spPr>
          <a:xfrm>
            <a:off x="5852304" y="4361372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V1.CO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D480C709-1CB3-9AFA-CCCC-54C64D82FB26}"/>
              </a:ext>
            </a:extLst>
          </p:cNvPr>
          <p:cNvSpPr/>
          <p:nvPr/>
        </p:nvSpPr>
        <p:spPr>
          <a:xfrm>
            <a:off x="5361862" y="454326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11D69277-8063-AF9B-32D5-CD6FFDF73013}"/>
              </a:ext>
            </a:extLst>
          </p:cNvPr>
          <p:cNvSpPr/>
          <p:nvPr/>
        </p:nvSpPr>
        <p:spPr>
          <a:xfrm>
            <a:off x="5361862" y="5100076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73F50172-C08A-E3F2-E7D1-3083B9F54ABA}"/>
              </a:ext>
            </a:extLst>
          </p:cNvPr>
          <p:cNvSpPr/>
          <p:nvPr/>
        </p:nvSpPr>
        <p:spPr>
          <a:xfrm>
            <a:off x="5366839" y="5663137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EA592E10-2ED5-30E9-0BD5-AC01F2732961}"/>
              </a:ext>
            </a:extLst>
          </p:cNvPr>
          <p:cNvCxnSpPr>
            <a:cxnSpLocks/>
            <a:endCxn id="129" idx="1"/>
          </p:cNvCxnSpPr>
          <p:nvPr/>
        </p:nvCxnSpPr>
        <p:spPr>
          <a:xfrm>
            <a:off x="4226525" y="5195180"/>
            <a:ext cx="113533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DA997468-6AF0-338E-A459-9B11A2767540}"/>
              </a:ext>
            </a:extLst>
          </p:cNvPr>
          <p:cNvSpPr txBox="1"/>
          <p:nvPr/>
        </p:nvSpPr>
        <p:spPr>
          <a:xfrm>
            <a:off x="4281869" y="4939505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V1.GC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E271814A-23DF-B41D-C3D8-F2B834B7E880}"/>
              </a:ext>
            </a:extLst>
          </p:cNvPr>
          <p:cNvSpPr txBox="1"/>
          <p:nvPr/>
        </p:nvSpPr>
        <p:spPr>
          <a:xfrm>
            <a:off x="6741843" y="4859145"/>
            <a:ext cx="51040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482D2181-7234-84DE-7298-2990AFE8F241}"/>
              </a:ext>
            </a:extLst>
          </p:cNvPr>
          <p:cNvSpPr/>
          <p:nvPr/>
        </p:nvSpPr>
        <p:spPr>
          <a:xfrm>
            <a:off x="6879178" y="4549451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C86C93EC-8609-2990-3726-81948004F0AE}"/>
              </a:ext>
            </a:extLst>
          </p:cNvPr>
          <p:cNvCxnSpPr>
            <a:cxnSpLocks/>
            <a:stCxn id="131" idx="3"/>
            <a:endCxn id="153" idx="1"/>
          </p:cNvCxnSpPr>
          <p:nvPr/>
        </p:nvCxnSpPr>
        <p:spPr>
          <a:xfrm flipV="1">
            <a:off x="5546839" y="5756058"/>
            <a:ext cx="1332339" cy="21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>
            <a:extLst>
              <a:ext uri="{FF2B5EF4-FFF2-40B4-BE49-F238E27FC236}">
                <a16:creationId xmlns:a16="http://schemas.microsoft.com/office/drawing/2014/main" id="{EDDA9349-5F62-DFE3-D5EC-8DD8C1F24D20}"/>
              </a:ext>
            </a:extLst>
          </p:cNvPr>
          <p:cNvSpPr txBox="1"/>
          <p:nvPr/>
        </p:nvSpPr>
        <p:spPr>
          <a:xfrm>
            <a:off x="5852304" y="5500159"/>
            <a:ext cx="7877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V1.CL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CE9604B9-957E-C12C-3AA6-99C8AC0AFABC}"/>
              </a:ext>
            </a:extLst>
          </p:cNvPr>
          <p:cNvSpPr/>
          <p:nvPr/>
        </p:nvSpPr>
        <p:spPr>
          <a:xfrm>
            <a:off x="6879178" y="5523136"/>
            <a:ext cx="180000" cy="465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E39C8AB2-D6C4-3FFB-0E76-D6AC8A0F793C}"/>
              </a:ext>
            </a:extLst>
          </p:cNvPr>
          <p:cNvSpPr/>
          <p:nvPr/>
        </p:nvSpPr>
        <p:spPr>
          <a:xfrm rot="16200000">
            <a:off x="-412008" y="1724519"/>
            <a:ext cx="2920585" cy="117693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4398F952-ED43-EBBB-8107-3E38D5325542}"/>
              </a:ext>
            </a:extLst>
          </p:cNvPr>
          <p:cNvCxnSpPr>
            <a:cxnSpLocks/>
          </p:cNvCxnSpPr>
          <p:nvPr/>
        </p:nvCxnSpPr>
        <p:spPr>
          <a:xfrm flipH="1">
            <a:off x="441962" y="3246874"/>
            <a:ext cx="117693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E313BF97-7441-7A11-B54B-8FA09CC920DC}"/>
              </a:ext>
            </a:extLst>
          </p:cNvPr>
          <p:cNvSpPr txBox="1"/>
          <p:nvPr/>
        </p:nvSpPr>
        <p:spPr>
          <a:xfrm flipH="1">
            <a:off x="417335" y="3312370"/>
            <a:ext cx="1161975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M1.W2</a:t>
            </a: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040F9A01-904D-6415-A2CC-32AE6C17AC2C}"/>
              </a:ext>
            </a:extLst>
          </p:cNvPr>
          <p:cNvSpPr txBox="1"/>
          <p:nvPr/>
        </p:nvSpPr>
        <p:spPr>
          <a:xfrm>
            <a:off x="573025" y="922380"/>
            <a:ext cx="850594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M1(W)</a:t>
            </a:r>
          </a:p>
        </p:txBody>
      </p: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90A79D2-6E45-01D1-EA8C-67D2555685E3}"/>
              </a:ext>
            </a:extLst>
          </p:cNvPr>
          <p:cNvCxnSpPr>
            <a:cxnSpLocks/>
          </p:cNvCxnSpPr>
          <p:nvPr/>
        </p:nvCxnSpPr>
        <p:spPr>
          <a:xfrm>
            <a:off x="1618901" y="3251524"/>
            <a:ext cx="809417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9" name="TextBox 168">
            <a:extLst>
              <a:ext uri="{FF2B5EF4-FFF2-40B4-BE49-F238E27FC236}">
                <a16:creationId xmlns:a16="http://schemas.microsoft.com/office/drawing/2014/main" id="{5B5D1082-DFD8-6019-2FDE-C2DB06B52B97}"/>
              </a:ext>
            </a:extLst>
          </p:cNvPr>
          <p:cNvSpPr txBox="1"/>
          <p:nvPr/>
        </p:nvSpPr>
        <p:spPr>
          <a:xfrm>
            <a:off x="1843483" y="331702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M1.S2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8DDB0AA1-A39E-577C-725F-E9183DBE88F2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Cat-6: M1/V1/M2 related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A15339A-5B4D-CDD7-5D21-DF1461F0F7AC}"/>
              </a:ext>
            </a:extLst>
          </p:cNvPr>
          <p:cNvSpPr/>
          <p:nvPr/>
        </p:nvSpPr>
        <p:spPr>
          <a:xfrm>
            <a:off x="3789370" y="1386813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B045B8B-D3A3-38C4-2E0E-0CE1D6E4E5D5}"/>
              </a:ext>
            </a:extLst>
          </p:cNvPr>
          <p:cNvCxnSpPr>
            <a:cxnSpLocks/>
          </p:cNvCxnSpPr>
          <p:nvPr/>
        </p:nvCxnSpPr>
        <p:spPr>
          <a:xfrm flipH="1">
            <a:off x="3964848" y="147713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50A747E-568B-2C71-2041-12EC1C3EAEF3}"/>
              </a:ext>
            </a:extLst>
          </p:cNvPr>
          <p:cNvSpPr txBox="1"/>
          <p:nvPr/>
        </p:nvSpPr>
        <p:spPr>
          <a:xfrm>
            <a:off x="3800571" y="117337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M1.CO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F3D0BA-B2F5-FFDA-2910-EFC0F854BA25}"/>
              </a:ext>
            </a:extLst>
          </p:cNvPr>
          <p:cNvSpPr/>
          <p:nvPr/>
        </p:nvSpPr>
        <p:spPr>
          <a:xfrm rot="16200000">
            <a:off x="786874" y="4283475"/>
            <a:ext cx="1980000" cy="1980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A87A48-223E-739F-E8EE-8E4D2B5A48D0}"/>
              </a:ext>
            </a:extLst>
          </p:cNvPr>
          <p:cNvSpPr/>
          <p:nvPr/>
        </p:nvSpPr>
        <p:spPr>
          <a:xfrm rot="16200000">
            <a:off x="1056874" y="4553475"/>
            <a:ext cx="1440000" cy="144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9B30B3-A933-3DFB-5125-BE336113E2A8}"/>
              </a:ext>
            </a:extLst>
          </p:cNvPr>
          <p:cNvSpPr/>
          <p:nvPr/>
        </p:nvSpPr>
        <p:spPr>
          <a:xfrm>
            <a:off x="1236874" y="4733475"/>
            <a:ext cx="1080000" cy="1080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16A5A2B-88C9-0AE5-A07E-948EE13BD23B}"/>
              </a:ext>
            </a:extLst>
          </p:cNvPr>
          <p:cNvSpPr/>
          <p:nvPr/>
        </p:nvSpPr>
        <p:spPr>
          <a:xfrm>
            <a:off x="681463" y="4867979"/>
            <a:ext cx="508113" cy="8446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9DFE7B8-97B5-37F6-8464-A031489B8B51}"/>
              </a:ext>
            </a:extLst>
          </p:cNvPr>
          <p:cNvSpPr/>
          <p:nvPr/>
        </p:nvSpPr>
        <p:spPr>
          <a:xfrm rot="16200000">
            <a:off x="1386694" y="4883627"/>
            <a:ext cx="795158" cy="779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0B483E-01E2-6BA5-7752-0B9E76AF1334}"/>
              </a:ext>
            </a:extLst>
          </p:cNvPr>
          <p:cNvSpPr txBox="1"/>
          <p:nvPr/>
        </p:nvSpPr>
        <p:spPr>
          <a:xfrm>
            <a:off x="1088290" y="4588034"/>
            <a:ext cx="362160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AC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414DC34-4173-3F53-AB92-E80B9D0CA65C}"/>
              </a:ext>
            </a:extLst>
          </p:cNvPr>
          <p:cNvSpPr txBox="1"/>
          <p:nvPr/>
        </p:nvSpPr>
        <p:spPr>
          <a:xfrm>
            <a:off x="1853343" y="554879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M1.CC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9B64CE2-F72F-A6B2-1AF1-9E6817FFBDD1}"/>
              </a:ext>
            </a:extLst>
          </p:cNvPr>
          <p:cNvSpPr/>
          <p:nvPr/>
        </p:nvSpPr>
        <p:spPr>
          <a:xfrm>
            <a:off x="1851628" y="5333443"/>
            <a:ext cx="180000" cy="19020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4CC20DC-819F-CE64-43E5-6D81912E6EBA}"/>
              </a:ext>
            </a:extLst>
          </p:cNvPr>
          <p:cNvCxnSpPr>
            <a:cxnSpLocks/>
          </p:cNvCxnSpPr>
          <p:nvPr/>
        </p:nvCxnSpPr>
        <p:spPr>
          <a:xfrm flipH="1">
            <a:off x="2026036" y="5431513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637C5E84-4257-0F35-5A73-555430BE1406}"/>
              </a:ext>
            </a:extLst>
          </p:cNvPr>
          <p:cNvSpPr/>
          <p:nvPr/>
        </p:nvSpPr>
        <p:spPr>
          <a:xfrm rot="16200000">
            <a:off x="886101" y="4883627"/>
            <a:ext cx="274662" cy="77969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77DFF6C-374A-7841-9197-3429ED7F500E}"/>
              </a:ext>
            </a:extLst>
          </p:cNvPr>
          <p:cNvCxnSpPr>
            <a:cxnSpLocks/>
            <a:stCxn id="23" idx="2"/>
            <a:endCxn id="23" idx="0"/>
          </p:cNvCxnSpPr>
          <p:nvPr/>
        </p:nvCxnSpPr>
        <p:spPr>
          <a:xfrm flipV="1">
            <a:off x="935520" y="4867979"/>
            <a:ext cx="0" cy="84461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472E8F52-963E-3AF8-131C-D9336B1FED2A}"/>
              </a:ext>
            </a:extLst>
          </p:cNvPr>
          <p:cNvSpPr txBox="1"/>
          <p:nvPr/>
        </p:nvSpPr>
        <p:spPr>
          <a:xfrm>
            <a:off x="377292" y="49577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M1.SC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5E1400-9901-6D38-3419-1C5A7E178712}"/>
              </a:ext>
            </a:extLst>
          </p:cNvPr>
          <p:cNvSpPr/>
          <p:nvPr/>
        </p:nvSpPr>
        <p:spPr>
          <a:xfrm>
            <a:off x="2575322" y="1390534"/>
            <a:ext cx="180000" cy="4658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95538E-CA84-A176-B8E0-1A34AEB22C23}"/>
              </a:ext>
            </a:extLst>
          </p:cNvPr>
          <p:cNvCxnSpPr>
            <a:cxnSpLocks/>
          </p:cNvCxnSpPr>
          <p:nvPr/>
        </p:nvCxnSpPr>
        <p:spPr>
          <a:xfrm flipH="1">
            <a:off x="2747013" y="152431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54CE64E-8068-59FF-3174-489CEC0C6E7A}"/>
              </a:ext>
            </a:extLst>
          </p:cNvPr>
          <p:cNvSpPr txBox="1"/>
          <p:nvPr/>
        </p:nvSpPr>
        <p:spPr>
          <a:xfrm>
            <a:off x="2582736" y="122055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M1.CL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48B2F3-391C-66DB-BBCB-FB0FEB62919C}"/>
              </a:ext>
            </a:extLst>
          </p:cNvPr>
          <p:cNvSpPr txBox="1"/>
          <p:nvPr/>
        </p:nvSpPr>
        <p:spPr>
          <a:xfrm>
            <a:off x="1548875" y="4312840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M1(C)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E02CEB4-DC23-71FA-B2FC-7686996CBF21}"/>
              </a:ext>
            </a:extLst>
          </p:cNvPr>
          <p:cNvSpPr txBox="1"/>
          <p:nvPr/>
        </p:nvSpPr>
        <p:spPr>
          <a:xfrm>
            <a:off x="6527158" y="4304770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CO(S)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12B85D8-65D0-753E-2014-D63BB353914C}"/>
              </a:ext>
            </a:extLst>
          </p:cNvPr>
          <p:cNvSpPr txBox="1"/>
          <p:nvPr/>
        </p:nvSpPr>
        <p:spPr>
          <a:xfrm>
            <a:off x="6517586" y="5307257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CO(L)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A9ACDF-2B83-0090-1E4F-961174D6C3BF}"/>
              </a:ext>
            </a:extLst>
          </p:cNvPr>
          <p:cNvSpPr txBox="1"/>
          <p:nvPr/>
        </p:nvSpPr>
        <p:spPr>
          <a:xfrm>
            <a:off x="1580036" y="5125685"/>
            <a:ext cx="90318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400" dirty="0">
                <a:latin typeface="Meiryo" panose="020B0604030504040204" pitchFamily="34" charset="-128"/>
                <a:ea typeface="Meiryo" panose="020B0604030504040204" pitchFamily="34" charset="-128"/>
              </a:rPr>
              <a:t>CO(C)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FAE2DEC-5C0D-8C41-D89B-43D4DC19B1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6329291"/>
              </p:ext>
            </p:extLst>
          </p:nvPr>
        </p:nvGraphicFramePr>
        <p:xfrm>
          <a:off x="7740000" y="540000"/>
          <a:ext cx="4271999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2403070121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1110875928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3993873384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2339701065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3163935942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2996599407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652985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1.8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006852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0327737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M1.SC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4021881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CO(S)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0.8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1690323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M1.CC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CO(C)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9948482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M1.CL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CO(L)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891404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M1.SW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M1(W)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5094009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Wfix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806263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1.5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680076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267598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1.2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931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6488293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V1.CL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CO(L)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268136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366528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68969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642841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7B73AF2-1A6F-7B65-7CD7-7EC3CF712484}"/>
              </a:ext>
            </a:extLst>
          </p:cNvPr>
          <p:cNvSpPr txBox="1"/>
          <p:nvPr/>
        </p:nvSpPr>
        <p:spPr>
          <a:xfrm>
            <a:off x="7689896" y="4900465"/>
            <a:ext cx="4116711" cy="116955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M1(C)：M1 in WN(C)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CO(C)：CO on AC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CO(S)：CO small contact 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CO(L)：CO large contact (only on AR)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M1(W)：Wide M1</a:t>
            </a:r>
          </a:p>
        </p:txBody>
      </p:sp>
    </p:spTree>
    <p:extLst>
      <p:ext uri="{BB962C8B-B14F-4D97-AF65-F5344CB8AC3E}">
        <p14:creationId xmlns:p14="http://schemas.microsoft.com/office/powerpoint/2010/main" val="3676206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96C0-43CF-3478-5C54-5685AC513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E6DCD57-3BB5-1E67-0F73-56ADB0916678}"/>
              </a:ext>
            </a:extLst>
          </p:cNvPr>
          <p:cNvGrpSpPr/>
          <p:nvPr/>
        </p:nvGrpSpPr>
        <p:grpSpPr>
          <a:xfrm>
            <a:off x="2716755" y="3961905"/>
            <a:ext cx="3459092" cy="1688920"/>
            <a:chOff x="2716754" y="1145009"/>
            <a:chExt cx="3459092" cy="1688920"/>
          </a:xfrm>
          <a:solidFill>
            <a:srgbClr val="00B0F0"/>
          </a:solidFill>
        </p:grpSpPr>
        <p:sp>
          <p:nvSpPr>
            <p:cNvPr id="114" name="Snip Same Side Corner Rectangle 113">
              <a:extLst>
                <a:ext uri="{FF2B5EF4-FFF2-40B4-BE49-F238E27FC236}">
                  <a16:creationId xmlns:a16="http://schemas.microsoft.com/office/drawing/2014/main" id="{959D967D-6B03-BE8C-445B-3FCC41A248BF}"/>
                </a:ext>
              </a:extLst>
            </p:cNvPr>
            <p:cNvSpPr/>
            <p:nvPr/>
          </p:nvSpPr>
          <p:spPr>
            <a:xfrm rot="16200000" flipV="1">
              <a:off x="4444604" y="1102686"/>
              <a:ext cx="1688920" cy="1773565"/>
            </a:xfrm>
            <a:prstGeom prst="snip2SameRect">
              <a:avLst>
                <a:gd name="adj1" fmla="val 1141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  <p:sp>
          <p:nvSpPr>
            <p:cNvPr id="115" name="Snip Same Side Corner Rectangle 114">
              <a:extLst>
                <a:ext uri="{FF2B5EF4-FFF2-40B4-BE49-F238E27FC236}">
                  <a16:creationId xmlns:a16="http://schemas.microsoft.com/office/drawing/2014/main" id="{6C9CB13F-29B3-303D-B457-F6B00EB9DC90}"/>
                </a:ext>
              </a:extLst>
            </p:cNvPr>
            <p:cNvSpPr/>
            <p:nvPr/>
          </p:nvSpPr>
          <p:spPr>
            <a:xfrm rot="16200000">
              <a:off x="2724145" y="1137618"/>
              <a:ext cx="1688920" cy="1703702"/>
            </a:xfrm>
            <a:prstGeom prst="snip2SameRect">
              <a:avLst>
                <a:gd name="adj1" fmla="val 11411"/>
                <a:gd name="adj2" fmla="val 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4419E53-A8E5-D78F-3F3A-680E5F66AA6C}"/>
              </a:ext>
            </a:extLst>
          </p:cNvPr>
          <p:cNvGrpSpPr/>
          <p:nvPr/>
        </p:nvGrpSpPr>
        <p:grpSpPr>
          <a:xfrm>
            <a:off x="2716754" y="1145009"/>
            <a:ext cx="3459092" cy="1688920"/>
            <a:chOff x="2716754" y="1145009"/>
            <a:chExt cx="3459092" cy="1688920"/>
          </a:xfrm>
        </p:grpSpPr>
        <p:sp>
          <p:nvSpPr>
            <p:cNvPr id="111" name="Snip Same Side Corner Rectangle 110">
              <a:extLst>
                <a:ext uri="{FF2B5EF4-FFF2-40B4-BE49-F238E27FC236}">
                  <a16:creationId xmlns:a16="http://schemas.microsoft.com/office/drawing/2014/main" id="{3436F601-B91F-473A-E30F-4A41867ECDD2}"/>
                </a:ext>
              </a:extLst>
            </p:cNvPr>
            <p:cNvSpPr/>
            <p:nvPr/>
          </p:nvSpPr>
          <p:spPr>
            <a:xfrm rot="16200000" flipV="1">
              <a:off x="4444604" y="1102686"/>
              <a:ext cx="1688920" cy="1773565"/>
            </a:xfrm>
            <a:prstGeom prst="snip2SameRect">
              <a:avLst>
                <a:gd name="adj1" fmla="val 11411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 dirty="0"/>
            </a:p>
          </p:txBody>
        </p:sp>
        <p:sp>
          <p:nvSpPr>
            <p:cNvPr id="110" name="Snip Same Side Corner Rectangle 109">
              <a:extLst>
                <a:ext uri="{FF2B5EF4-FFF2-40B4-BE49-F238E27FC236}">
                  <a16:creationId xmlns:a16="http://schemas.microsoft.com/office/drawing/2014/main" id="{AF34BF39-109B-3C4B-3680-99B101B6D0A7}"/>
                </a:ext>
              </a:extLst>
            </p:cNvPr>
            <p:cNvSpPr/>
            <p:nvPr/>
          </p:nvSpPr>
          <p:spPr>
            <a:xfrm rot="16200000">
              <a:off x="2724145" y="1137618"/>
              <a:ext cx="1688920" cy="1703702"/>
            </a:xfrm>
            <a:prstGeom prst="snip2SameRect">
              <a:avLst>
                <a:gd name="adj1" fmla="val 11411"/>
                <a:gd name="adj2" fmla="val 0"/>
              </a:avLst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JP"/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C3BDF38E-BD7B-8AAA-B809-1614B6B270C0}"/>
              </a:ext>
            </a:extLst>
          </p:cNvPr>
          <p:cNvSpPr/>
          <p:nvPr/>
        </p:nvSpPr>
        <p:spPr>
          <a:xfrm>
            <a:off x="672663" y="540000"/>
            <a:ext cx="6558454" cy="2898938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74AC09-8C0A-9650-BF7F-8BBAD74BDFB4}"/>
              </a:ext>
            </a:extLst>
          </p:cNvPr>
          <p:cNvSpPr/>
          <p:nvPr/>
        </p:nvSpPr>
        <p:spPr>
          <a:xfrm>
            <a:off x="1223486" y="1137104"/>
            <a:ext cx="648000" cy="1662017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6F79C4B-A298-6BE8-72F7-C60C4523990E}"/>
              </a:ext>
            </a:extLst>
          </p:cNvPr>
          <p:cNvSpPr/>
          <p:nvPr/>
        </p:nvSpPr>
        <p:spPr>
          <a:xfrm>
            <a:off x="3903420" y="906178"/>
            <a:ext cx="192282" cy="49786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567BF7-14D1-ED59-2C59-0BE35B577A64}"/>
              </a:ext>
            </a:extLst>
          </p:cNvPr>
          <p:cNvSpPr/>
          <p:nvPr/>
        </p:nvSpPr>
        <p:spPr>
          <a:xfrm>
            <a:off x="1230133" y="4029504"/>
            <a:ext cx="648000" cy="162946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802E96D-5AEA-239D-23F1-39D646E4A3D3}"/>
              </a:ext>
            </a:extLst>
          </p:cNvPr>
          <p:cNvSpPr txBox="1"/>
          <p:nvPr/>
        </p:nvSpPr>
        <p:spPr>
          <a:xfrm>
            <a:off x="672663" y="666687"/>
            <a:ext cx="591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WN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BFCEC9-FF2D-E736-E996-A6D03778A4AA}"/>
              </a:ext>
            </a:extLst>
          </p:cNvPr>
          <p:cNvSpPr txBox="1"/>
          <p:nvPr/>
        </p:nvSpPr>
        <p:spPr>
          <a:xfrm>
            <a:off x="4585237" y="917221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56602E-B6FB-1559-49FC-CB7599BBDC16}"/>
              </a:ext>
            </a:extLst>
          </p:cNvPr>
          <p:cNvSpPr txBox="1"/>
          <p:nvPr/>
        </p:nvSpPr>
        <p:spPr>
          <a:xfrm>
            <a:off x="1232322" y="5351244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AP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9111C05-047D-E31A-EB6C-57AFA53B2886}"/>
              </a:ext>
            </a:extLst>
          </p:cNvPr>
          <p:cNvCxnSpPr>
            <a:cxnSpLocks/>
          </p:cNvCxnSpPr>
          <p:nvPr/>
        </p:nvCxnSpPr>
        <p:spPr>
          <a:xfrm>
            <a:off x="1866860" y="2469815"/>
            <a:ext cx="82439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A0A63F98-DB41-EC63-C64B-14C142F28094}"/>
              </a:ext>
            </a:extLst>
          </p:cNvPr>
          <p:cNvCxnSpPr>
            <a:cxnSpLocks/>
          </p:cNvCxnSpPr>
          <p:nvPr/>
        </p:nvCxnSpPr>
        <p:spPr>
          <a:xfrm>
            <a:off x="1869733" y="4352280"/>
            <a:ext cx="85108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0E1E59A3-FA15-528A-25A9-F5A32FC4B7FC}"/>
              </a:ext>
            </a:extLst>
          </p:cNvPr>
          <p:cNvSpPr txBox="1"/>
          <p:nvPr/>
        </p:nvSpPr>
        <p:spPr>
          <a:xfrm>
            <a:off x="1970468" y="414491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ANE.AP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2A5E6FE-DE9C-192A-82CB-1CC40AA2FD83}"/>
              </a:ext>
            </a:extLst>
          </p:cNvPr>
          <p:cNvSpPr/>
          <p:nvPr/>
        </p:nvSpPr>
        <p:spPr>
          <a:xfrm>
            <a:off x="4092470" y="3166356"/>
            <a:ext cx="1329908" cy="50352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D5EA8BA-AD4F-F906-1931-F8DFD875DC0A}"/>
              </a:ext>
            </a:extLst>
          </p:cNvPr>
          <p:cNvSpPr txBox="1"/>
          <p:nvPr/>
        </p:nvSpPr>
        <p:spPr>
          <a:xfrm>
            <a:off x="4124628" y="3247677"/>
            <a:ext cx="660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GC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378CF9-AA4D-5DAA-0922-0C3042EAE35A}"/>
              </a:ext>
            </a:extLst>
          </p:cNvPr>
          <p:cNvSpPr txBox="1"/>
          <p:nvPr/>
        </p:nvSpPr>
        <p:spPr>
          <a:xfrm>
            <a:off x="1216375" y="1185084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A4BEDBC-8653-5A98-7692-FF3A8D0C7A53}"/>
              </a:ext>
            </a:extLst>
          </p:cNvPr>
          <p:cNvSpPr txBox="1"/>
          <p:nvPr/>
        </p:nvSpPr>
        <p:spPr>
          <a:xfrm>
            <a:off x="1993705" y="224783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APE.AN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A6969E7-631B-AFE1-0BE6-71B2D2EF6063}"/>
              </a:ext>
            </a:extLst>
          </p:cNvPr>
          <p:cNvSpPr txBox="1"/>
          <p:nvPr/>
        </p:nvSpPr>
        <p:spPr>
          <a:xfrm>
            <a:off x="-1" y="7376"/>
            <a:ext cx="81613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Cat-7: ESD MOS transistor related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5A79A5-1389-5E93-1290-64027EC6D238}"/>
              </a:ext>
            </a:extLst>
          </p:cNvPr>
          <p:cNvCxnSpPr>
            <a:cxnSpLocks/>
          </p:cNvCxnSpPr>
          <p:nvPr/>
        </p:nvCxnSpPr>
        <p:spPr>
          <a:xfrm flipH="1">
            <a:off x="3119544" y="2434336"/>
            <a:ext cx="76497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24F3519-5316-2D51-64CA-5C6BF796F3C5}"/>
              </a:ext>
            </a:extLst>
          </p:cNvPr>
          <p:cNvSpPr txBox="1"/>
          <p:nvPr/>
        </p:nvSpPr>
        <p:spPr>
          <a:xfrm>
            <a:off x="3695158" y="1304580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APE.LM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A765AB0-D760-8F4E-0FD8-38C9F43CBA41}"/>
              </a:ext>
            </a:extLst>
          </p:cNvPr>
          <p:cNvSpPr txBox="1"/>
          <p:nvPr/>
        </p:nvSpPr>
        <p:spPr>
          <a:xfrm>
            <a:off x="4239650" y="4223248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ANE.WM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51C7B0-2EE3-9180-4CB7-15DA5AC621BC}"/>
              </a:ext>
            </a:extLst>
          </p:cNvPr>
          <p:cNvSpPr/>
          <p:nvPr/>
        </p:nvSpPr>
        <p:spPr>
          <a:xfrm>
            <a:off x="2945095" y="2325452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52FF1C6-444F-31CD-B222-EC19538D7C47}"/>
              </a:ext>
            </a:extLst>
          </p:cNvPr>
          <p:cNvSpPr/>
          <p:nvPr/>
        </p:nvSpPr>
        <p:spPr>
          <a:xfrm>
            <a:off x="2945095" y="1771340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684121-3673-38B7-32EB-276ABAD15E6E}"/>
              </a:ext>
            </a:extLst>
          </p:cNvPr>
          <p:cNvCxnSpPr>
            <a:cxnSpLocks/>
          </p:cNvCxnSpPr>
          <p:nvPr/>
        </p:nvCxnSpPr>
        <p:spPr>
          <a:xfrm flipH="1">
            <a:off x="2695856" y="1853735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C6CAAB8-6F67-AA8C-80A4-FAD1231C177B}"/>
              </a:ext>
            </a:extLst>
          </p:cNvPr>
          <p:cNvCxnSpPr>
            <a:cxnSpLocks/>
          </p:cNvCxnSpPr>
          <p:nvPr/>
        </p:nvCxnSpPr>
        <p:spPr>
          <a:xfrm flipH="1">
            <a:off x="2945836" y="1856648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6143D9C-42A3-938F-A618-D632776FEC99}"/>
              </a:ext>
            </a:extLst>
          </p:cNvPr>
          <p:cNvCxnSpPr>
            <a:cxnSpLocks/>
          </p:cNvCxnSpPr>
          <p:nvPr/>
        </p:nvCxnSpPr>
        <p:spPr>
          <a:xfrm>
            <a:off x="3032690" y="1970710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145F609-22AC-A942-1175-32E64B0F1950}"/>
              </a:ext>
            </a:extLst>
          </p:cNvPr>
          <p:cNvSpPr txBox="1"/>
          <p:nvPr/>
        </p:nvSpPr>
        <p:spPr>
          <a:xfrm>
            <a:off x="3052693" y="206550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COE.S1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5176DE-2CCF-DCC0-6296-9865559F36F0}"/>
              </a:ext>
            </a:extLst>
          </p:cNvPr>
          <p:cNvSpPr txBox="1"/>
          <p:nvPr/>
        </p:nvSpPr>
        <p:spPr>
          <a:xfrm>
            <a:off x="3010333" y="1569481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COE.W1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83A0CF4-5B67-FAA9-6FA5-FBAB28AAA3FE}"/>
              </a:ext>
            </a:extLst>
          </p:cNvPr>
          <p:cNvSpPr txBox="1"/>
          <p:nvPr/>
        </p:nvSpPr>
        <p:spPr>
          <a:xfrm>
            <a:off x="3169102" y="24640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CSE.GC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D580625-31BF-C05F-DF75-8B480E3781C1}"/>
              </a:ext>
            </a:extLst>
          </p:cNvPr>
          <p:cNvCxnSpPr>
            <a:cxnSpLocks/>
          </p:cNvCxnSpPr>
          <p:nvPr/>
        </p:nvCxnSpPr>
        <p:spPr>
          <a:xfrm flipH="1">
            <a:off x="3913537" y="1557984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740EA41-35DA-428A-2D1C-BECF065A4AE2}"/>
              </a:ext>
            </a:extLst>
          </p:cNvPr>
          <p:cNvCxnSpPr>
            <a:cxnSpLocks/>
          </p:cNvCxnSpPr>
          <p:nvPr/>
        </p:nvCxnSpPr>
        <p:spPr>
          <a:xfrm>
            <a:off x="4284839" y="1145696"/>
            <a:ext cx="0" cy="167426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C7326B7C-F060-4248-3503-0289E32336AE}"/>
              </a:ext>
            </a:extLst>
          </p:cNvPr>
          <p:cNvSpPr txBox="1"/>
          <p:nvPr/>
        </p:nvSpPr>
        <p:spPr>
          <a:xfrm>
            <a:off x="4272449" y="1730375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APE.WM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42082A01-F612-0A3D-78F7-B0C9EC94EC50}"/>
              </a:ext>
            </a:extLst>
          </p:cNvPr>
          <p:cNvCxnSpPr>
            <a:cxnSpLocks/>
          </p:cNvCxnSpPr>
          <p:nvPr/>
        </p:nvCxnSpPr>
        <p:spPr>
          <a:xfrm>
            <a:off x="4239650" y="3942749"/>
            <a:ext cx="6680" cy="17162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CB0F63A-ED55-9C9D-202F-9A83DC4B7751}"/>
              </a:ext>
            </a:extLst>
          </p:cNvPr>
          <p:cNvCxnSpPr>
            <a:cxnSpLocks/>
          </p:cNvCxnSpPr>
          <p:nvPr/>
        </p:nvCxnSpPr>
        <p:spPr>
          <a:xfrm flipH="1">
            <a:off x="3126548" y="5158000"/>
            <a:ext cx="75797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C6F43D-4AFB-C86D-5492-ADEEAD60ABCB}"/>
              </a:ext>
            </a:extLst>
          </p:cNvPr>
          <p:cNvSpPr/>
          <p:nvPr/>
        </p:nvSpPr>
        <p:spPr>
          <a:xfrm>
            <a:off x="2952099" y="5049116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9A4F529-3AF0-56F6-1489-925E32A95CB6}"/>
              </a:ext>
            </a:extLst>
          </p:cNvPr>
          <p:cNvSpPr/>
          <p:nvPr/>
        </p:nvSpPr>
        <p:spPr>
          <a:xfrm>
            <a:off x="2952099" y="4495004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FD1CB29B-D4BF-96EE-913D-7E3EA99A7F78}"/>
              </a:ext>
            </a:extLst>
          </p:cNvPr>
          <p:cNvCxnSpPr>
            <a:cxnSpLocks/>
          </p:cNvCxnSpPr>
          <p:nvPr/>
        </p:nvCxnSpPr>
        <p:spPr>
          <a:xfrm flipH="1">
            <a:off x="2952840" y="4580312"/>
            <a:ext cx="17370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4E1733F4-5309-04FD-5D91-71F920BD0E54}"/>
              </a:ext>
            </a:extLst>
          </p:cNvPr>
          <p:cNvCxnSpPr>
            <a:cxnSpLocks/>
          </p:cNvCxnSpPr>
          <p:nvPr/>
        </p:nvCxnSpPr>
        <p:spPr>
          <a:xfrm>
            <a:off x="3039694" y="4694374"/>
            <a:ext cx="0" cy="34548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4EEB75E3-6C94-DCD6-5497-1C8249C82D71}"/>
              </a:ext>
            </a:extLst>
          </p:cNvPr>
          <p:cNvSpPr txBox="1"/>
          <p:nvPr/>
        </p:nvSpPr>
        <p:spPr>
          <a:xfrm>
            <a:off x="3059697" y="4789166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COE.S1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2B6BBA7-EAE2-3632-3430-189CADF4F5AC}"/>
              </a:ext>
            </a:extLst>
          </p:cNvPr>
          <p:cNvSpPr txBox="1"/>
          <p:nvPr/>
        </p:nvSpPr>
        <p:spPr>
          <a:xfrm>
            <a:off x="3017337" y="429314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COE.W1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A96FC4-78F9-B471-5EA4-8E62456E14BB}"/>
              </a:ext>
            </a:extLst>
          </p:cNvPr>
          <p:cNvSpPr txBox="1"/>
          <p:nvPr/>
        </p:nvSpPr>
        <p:spPr>
          <a:xfrm>
            <a:off x="3164369" y="51826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CSE.GC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86BC185-64C7-31A8-AFCF-DACA31C1167F}"/>
              </a:ext>
            </a:extLst>
          </p:cNvPr>
          <p:cNvSpPr txBox="1"/>
          <p:nvPr/>
        </p:nvSpPr>
        <p:spPr>
          <a:xfrm>
            <a:off x="2307527" y="188332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COE.AP</a:t>
            </a:r>
          </a:p>
        </p:txBody>
      </p: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B1904C00-2F4A-29CA-D6D5-EC3F2800E977}"/>
              </a:ext>
            </a:extLst>
          </p:cNvPr>
          <p:cNvCxnSpPr>
            <a:cxnSpLocks/>
          </p:cNvCxnSpPr>
          <p:nvPr/>
        </p:nvCxnSpPr>
        <p:spPr>
          <a:xfrm flipH="1">
            <a:off x="2703848" y="4588023"/>
            <a:ext cx="232903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xtBox 86">
            <a:extLst>
              <a:ext uri="{FF2B5EF4-FFF2-40B4-BE49-F238E27FC236}">
                <a16:creationId xmlns:a16="http://schemas.microsoft.com/office/drawing/2014/main" id="{F62839FE-22E8-B498-7135-D2E116105E7F}"/>
              </a:ext>
            </a:extLst>
          </p:cNvPr>
          <p:cNvSpPr txBox="1"/>
          <p:nvPr/>
        </p:nvSpPr>
        <p:spPr>
          <a:xfrm>
            <a:off x="2324065" y="461760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COE.AN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241C5282-5BAA-2F0E-944B-EA2D55D3E223}"/>
              </a:ext>
            </a:extLst>
          </p:cNvPr>
          <p:cNvSpPr/>
          <p:nvPr/>
        </p:nvSpPr>
        <p:spPr>
          <a:xfrm>
            <a:off x="5797310" y="5056663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A383C49-2C7D-9BD1-9A96-BFEFCFCEE5EE}"/>
              </a:ext>
            </a:extLst>
          </p:cNvPr>
          <p:cNvSpPr/>
          <p:nvPr/>
        </p:nvSpPr>
        <p:spPr>
          <a:xfrm>
            <a:off x="5797310" y="4502551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3FA8FD12-E5EE-9D05-7118-71AEC92FD5DC}"/>
              </a:ext>
            </a:extLst>
          </p:cNvPr>
          <p:cNvCxnSpPr>
            <a:cxnSpLocks/>
            <a:stCxn id="89" idx="1"/>
          </p:cNvCxnSpPr>
          <p:nvPr/>
        </p:nvCxnSpPr>
        <p:spPr>
          <a:xfrm flipH="1">
            <a:off x="4106402" y="5146663"/>
            <a:ext cx="1690908" cy="1453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4A87AEEB-8CD8-A3F4-56A5-34632DB4CA85}"/>
              </a:ext>
            </a:extLst>
          </p:cNvPr>
          <p:cNvSpPr txBox="1"/>
          <p:nvPr/>
        </p:nvSpPr>
        <p:spPr>
          <a:xfrm>
            <a:off x="4522180" y="5182685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CDE.GC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2495F4E0-4092-2F31-8D64-66B4B4724530}"/>
              </a:ext>
            </a:extLst>
          </p:cNvPr>
          <p:cNvSpPr txBox="1"/>
          <p:nvPr/>
        </p:nvSpPr>
        <p:spPr>
          <a:xfrm>
            <a:off x="3695158" y="5246624"/>
            <a:ext cx="625576" cy="1864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ANE.LM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090E2BA-F5CC-EAFE-EB0B-D728BFF74394}"/>
              </a:ext>
            </a:extLst>
          </p:cNvPr>
          <p:cNvCxnSpPr>
            <a:cxnSpLocks/>
          </p:cNvCxnSpPr>
          <p:nvPr/>
        </p:nvCxnSpPr>
        <p:spPr>
          <a:xfrm flipH="1">
            <a:off x="3913537" y="5500028"/>
            <a:ext cx="18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>
            <a:extLst>
              <a:ext uri="{FF2B5EF4-FFF2-40B4-BE49-F238E27FC236}">
                <a16:creationId xmlns:a16="http://schemas.microsoft.com/office/drawing/2014/main" id="{5B60B1CF-544B-5A54-7303-6B7FD9B8BCFC}"/>
              </a:ext>
            </a:extLst>
          </p:cNvPr>
          <p:cNvSpPr/>
          <p:nvPr/>
        </p:nvSpPr>
        <p:spPr>
          <a:xfrm>
            <a:off x="5797169" y="2308259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5A60C8B6-4C55-0F2C-A498-9011338D838B}"/>
              </a:ext>
            </a:extLst>
          </p:cNvPr>
          <p:cNvSpPr/>
          <p:nvPr/>
        </p:nvSpPr>
        <p:spPr>
          <a:xfrm>
            <a:off x="5797169" y="1754147"/>
            <a:ext cx="180000" cy="180000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032A9A58-FD6C-9329-B466-F41C81570288}"/>
              </a:ext>
            </a:extLst>
          </p:cNvPr>
          <p:cNvCxnSpPr>
            <a:cxnSpLocks/>
          </p:cNvCxnSpPr>
          <p:nvPr/>
        </p:nvCxnSpPr>
        <p:spPr>
          <a:xfrm flipH="1">
            <a:off x="4105163" y="2417780"/>
            <a:ext cx="1682953" cy="1447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A260F9EB-03AE-B6C7-7B8F-BBCCBB5BBD04}"/>
              </a:ext>
            </a:extLst>
          </p:cNvPr>
          <p:cNvSpPr txBox="1"/>
          <p:nvPr/>
        </p:nvSpPr>
        <p:spPr>
          <a:xfrm>
            <a:off x="4529994" y="2471840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CDE.GC</a:t>
            </a: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6EA608D-3D28-3596-3D16-520E0D22A9D7}"/>
              </a:ext>
            </a:extLst>
          </p:cNvPr>
          <p:cNvSpPr/>
          <p:nvPr/>
        </p:nvSpPr>
        <p:spPr>
          <a:xfrm>
            <a:off x="591116" y="456702"/>
            <a:ext cx="6761154" cy="5622821"/>
          </a:xfrm>
          <a:prstGeom prst="rect">
            <a:avLst/>
          </a:prstGeom>
          <a:noFill/>
          <a:ln>
            <a:solidFill>
              <a:srgbClr val="FF0000"/>
            </a:solidFill>
            <a:prstDash val="lgDashDot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C14F596-CE24-5E72-7E01-D8382BC26A22}"/>
              </a:ext>
            </a:extLst>
          </p:cNvPr>
          <p:cNvSpPr txBox="1"/>
          <p:nvPr/>
        </p:nvSpPr>
        <p:spPr>
          <a:xfrm>
            <a:off x="646852" y="5779497"/>
            <a:ext cx="66028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ESD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FA664A96-D603-E0AC-39C9-8164ADBAB897}"/>
              </a:ext>
            </a:extLst>
          </p:cNvPr>
          <p:cNvCxnSpPr>
            <a:cxnSpLocks/>
          </p:cNvCxnSpPr>
          <p:nvPr/>
        </p:nvCxnSpPr>
        <p:spPr>
          <a:xfrm>
            <a:off x="5952969" y="3961361"/>
            <a:ext cx="222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072D1F29-A37C-BF11-8183-FAA64AE20E71}"/>
              </a:ext>
            </a:extLst>
          </p:cNvPr>
          <p:cNvCxnSpPr>
            <a:cxnSpLocks/>
          </p:cNvCxnSpPr>
          <p:nvPr/>
        </p:nvCxnSpPr>
        <p:spPr>
          <a:xfrm>
            <a:off x="6175847" y="3961361"/>
            <a:ext cx="0" cy="1835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1E1044AA-4AA1-D66A-42E9-B30B9EE7D4C7}"/>
              </a:ext>
            </a:extLst>
          </p:cNvPr>
          <p:cNvSpPr txBox="1"/>
          <p:nvPr/>
        </p:nvSpPr>
        <p:spPr>
          <a:xfrm>
            <a:off x="6171913" y="394274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ANE.XY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C5A6990D-52A0-335C-BB34-22EFE624AAB4}"/>
              </a:ext>
            </a:extLst>
          </p:cNvPr>
          <p:cNvSpPr txBox="1"/>
          <p:nvPr/>
        </p:nvSpPr>
        <p:spPr>
          <a:xfrm>
            <a:off x="6023033" y="3751513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ANE.XY</a:t>
            </a:r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A9328ED3-8816-7AAC-2774-A02BB90787F3}"/>
              </a:ext>
            </a:extLst>
          </p:cNvPr>
          <p:cNvCxnSpPr>
            <a:cxnSpLocks/>
          </p:cNvCxnSpPr>
          <p:nvPr/>
        </p:nvCxnSpPr>
        <p:spPr>
          <a:xfrm>
            <a:off x="5974359" y="1152686"/>
            <a:ext cx="22287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59F7C950-125E-8A62-B94B-C6C7B1941BAE}"/>
              </a:ext>
            </a:extLst>
          </p:cNvPr>
          <p:cNvCxnSpPr>
            <a:cxnSpLocks/>
          </p:cNvCxnSpPr>
          <p:nvPr/>
        </p:nvCxnSpPr>
        <p:spPr>
          <a:xfrm>
            <a:off x="6197237" y="1152686"/>
            <a:ext cx="0" cy="18355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F7E89395-B607-7502-D7DB-685D792B8765}"/>
              </a:ext>
            </a:extLst>
          </p:cNvPr>
          <p:cNvSpPr txBox="1"/>
          <p:nvPr/>
        </p:nvSpPr>
        <p:spPr>
          <a:xfrm>
            <a:off x="6193303" y="1134074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APE.XY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3DBE522-EC85-8F53-A3FF-30EED3D91BDD}"/>
              </a:ext>
            </a:extLst>
          </p:cNvPr>
          <p:cNvSpPr txBox="1"/>
          <p:nvPr/>
        </p:nvSpPr>
        <p:spPr>
          <a:xfrm>
            <a:off x="6044423" y="942838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APE.XY</a:t>
            </a:r>
          </a:p>
        </p:txBody>
      </p:sp>
      <p:pic>
        <p:nvPicPr>
          <p:cNvPr id="143" name="Picture 142">
            <a:extLst>
              <a:ext uri="{FF2B5EF4-FFF2-40B4-BE49-F238E27FC236}">
                <a16:creationId xmlns:a16="http://schemas.microsoft.com/office/drawing/2014/main" id="{62E2BA9D-C084-BC5E-DAAE-E34272D0F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2324" y="3319036"/>
            <a:ext cx="203200" cy="203200"/>
          </a:xfrm>
          <a:prstGeom prst="rect">
            <a:avLst/>
          </a:prstGeom>
        </p:spPr>
      </p:pic>
      <p:cxnSp>
        <p:nvCxnSpPr>
          <p:cNvPr id="145" name="Straight Arrow Connector 144">
            <a:extLst>
              <a:ext uri="{FF2B5EF4-FFF2-40B4-BE49-F238E27FC236}">
                <a16:creationId xmlns:a16="http://schemas.microsoft.com/office/drawing/2014/main" id="{F4B096F3-A827-F369-7C63-53BF3E172902}"/>
              </a:ext>
            </a:extLst>
          </p:cNvPr>
          <p:cNvCxnSpPr>
            <a:cxnSpLocks/>
          </p:cNvCxnSpPr>
          <p:nvPr/>
        </p:nvCxnSpPr>
        <p:spPr>
          <a:xfrm>
            <a:off x="5151024" y="2833929"/>
            <a:ext cx="0" cy="4914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2AA8B9BA-74F6-DCF8-47EB-850E5ADE836B}"/>
              </a:ext>
            </a:extLst>
          </p:cNvPr>
          <p:cNvCxnSpPr>
            <a:cxnSpLocks/>
          </p:cNvCxnSpPr>
          <p:nvPr/>
        </p:nvCxnSpPr>
        <p:spPr>
          <a:xfrm>
            <a:off x="5143210" y="3498231"/>
            <a:ext cx="0" cy="49146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TextBox 155">
            <a:extLst>
              <a:ext uri="{FF2B5EF4-FFF2-40B4-BE49-F238E27FC236}">
                <a16:creationId xmlns:a16="http://schemas.microsoft.com/office/drawing/2014/main" id="{62290093-A94A-222E-5DC9-4D9E094FE889}"/>
              </a:ext>
            </a:extLst>
          </p:cNvPr>
          <p:cNvSpPr txBox="1"/>
          <p:nvPr/>
        </p:nvSpPr>
        <p:spPr>
          <a:xfrm>
            <a:off x="5143210" y="2935952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APE.CO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87BE10C0-6B79-DB38-8BA6-8CB77D063528}"/>
              </a:ext>
            </a:extLst>
          </p:cNvPr>
          <p:cNvSpPr txBox="1"/>
          <p:nvPr/>
        </p:nvSpPr>
        <p:spPr>
          <a:xfrm>
            <a:off x="5151024" y="3738039"/>
            <a:ext cx="62103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ANE.CO</a:t>
            </a:r>
          </a:p>
        </p:txBody>
      </p:sp>
      <p:graphicFrame>
        <p:nvGraphicFramePr>
          <p:cNvPr id="158" name="Table 157">
            <a:extLst>
              <a:ext uri="{FF2B5EF4-FFF2-40B4-BE49-F238E27FC236}">
                <a16:creationId xmlns:a16="http://schemas.microsoft.com/office/drawing/2014/main" id="{ABB6F537-08FF-1578-E941-0A4D6B57E7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6772033"/>
              </p:ext>
            </p:extLst>
          </p:nvPr>
        </p:nvGraphicFramePr>
        <p:xfrm>
          <a:off x="7740000" y="540000"/>
          <a:ext cx="4271999" cy="431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722434179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1911315783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329565773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3572380710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1846625125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2615169393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595223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APE.WM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AP-GC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2361029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APE.LM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GC-AN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941378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119235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APE.XY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Bevel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XYmin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3935559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4719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ANE.WM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AN-GC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11.0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656136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ANE.LM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NMOS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GC-AN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Lmin/max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8919242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072168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ANE.XY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Bevel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XYmin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1.4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841909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ANE.CO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2.0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4868944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Wfix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7886053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1.6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146415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CDE.GC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CD(E)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465747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CSE.GC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CS(E)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95813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4034497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COE.AN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CO(E) 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0861851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E58BD0A-29C9-1349-31C0-8E0191AEEEB5}"/>
              </a:ext>
            </a:extLst>
          </p:cNvPr>
          <p:cNvSpPr txBox="1"/>
          <p:nvPr/>
        </p:nvSpPr>
        <p:spPr>
          <a:xfrm>
            <a:off x="2857384" y="1276921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CAF93-D7A2-9D94-A7B2-E2025ADD848E}"/>
              </a:ext>
            </a:extLst>
          </p:cNvPr>
          <p:cNvSpPr txBox="1"/>
          <p:nvPr/>
        </p:nvSpPr>
        <p:spPr>
          <a:xfrm>
            <a:off x="5408899" y="1276921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38DF2A-2B1A-DD7F-E58A-6E3D3B7E0AE0}"/>
              </a:ext>
            </a:extLst>
          </p:cNvPr>
          <p:cNvSpPr txBox="1"/>
          <p:nvPr/>
        </p:nvSpPr>
        <p:spPr>
          <a:xfrm>
            <a:off x="2857384" y="5409737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SOURCE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0A3A3F-48DE-16E9-11E9-C34CB20B750C}"/>
              </a:ext>
            </a:extLst>
          </p:cNvPr>
          <p:cNvSpPr txBox="1"/>
          <p:nvPr/>
        </p:nvSpPr>
        <p:spPr>
          <a:xfrm>
            <a:off x="5408899" y="5409737"/>
            <a:ext cx="621030" cy="1846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DRAIN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1C0FA4-35FD-EA0A-8A9F-BA6D5BBA8D92}"/>
              </a:ext>
            </a:extLst>
          </p:cNvPr>
          <p:cNvSpPr txBox="1"/>
          <p:nvPr/>
        </p:nvSpPr>
        <p:spPr>
          <a:xfrm>
            <a:off x="7689896" y="4900465"/>
            <a:ext cx="4116711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APE/ANE)：AP/AN on ESD)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CO(E)：CO on ESD</a:t>
            </a:r>
          </a:p>
        </p:txBody>
      </p:sp>
    </p:spTree>
    <p:extLst>
      <p:ext uri="{BB962C8B-B14F-4D97-AF65-F5344CB8AC3E}">
        <p14:creationId xmlns:p14="http://schemas.microsoft.com/office/powerpoint/2010/main" val="16844688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664E6-AE05-74B9-E5AC-C9C5F4870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C1F6481-2734-39EB-AFB0-0C8C17EA9579}"/>
              </a:ext>
            </a:extLst>
          </p:cNvPr>
          <p:cNvSpPr/>
          <p:nvPr/>
        </p:nvSpPr>
        <p:spPr>
          <a:xfrm rot="16200000">
            <a:off x="775004" y="1024670"/>
            <a:ext cx="3600000" cy="3600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57" name="Rectangle 156">
            <a:extLst>
              <a:ext uri="{FF2B5EF4-FFF2-40B4-BE49-F238E27FC236}">
                <a16:creationId xmlns:a16="http://schemas.microsoft.com/office/drawing/2014/main" id="{1FEA8FDC-AF9F-396B-7A2F-4F8FD6AA67F5}"/>
              </a:ext>
            </a:extLst>
          </p:cNvPr>
          <p:cNvSpPr/>
          <p:nvPr/>
        </p:nvSpPr>
        <p:spPr>
          <a:xfrm rot="16200000">
            <a:off x="955004" y="1204670"/>
            <a:ext cx="3240000" cy="324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159" name="Straight Arrow Connector 158">
            <a:extLst>
              <a:ext uri="{FF2B5EF4-FFF2-40B4-BE49-F238E27FC236}">
                <a16:creationId xmlns:a16="http://schemas.microsoft.com/office/drawing/2014/main" id="{67166024-869C-C83F-D64B-2C69F119446C}"/>
              </a:ext>
            </a:extLst>
          </p:cNvPr>
          <p:cNvCxnSpPr>
            <a:cxnSpLocks/>
          </p:cNvCxnSpPr>
          <p:nvPr/>
        </p:nvCxnSpPr>
        <p:spPr>
          <a:xfrm flipH="1">
            <a:off x="775003" y="2004938"/>
            <a:ext cx="5410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B8AFBBE2-E2C7-289D-9CF0-3F21F45C1A35}"/>
              </a:ext>
            </a:extLst>
          </p:cNvPr>
          <p:cNvSpPr txBox="1"/>
          <p:nvPr/>
        </p:nvSpPr>
        <p:spPr>
          <a:xfrm flipH="1">
            <a:off x="483498" y="2070434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M1.PO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F3E9FA0E-6F4B-7BE8-60E1-8FDF74ACCDBE}"/>
              </a:ext>
            </a:extLst>
          </p:cNvPr>
          <p:cNvSpPr txBox="1"/>
          <p:nvPr/>
        </p:nvSpPr>
        <p:spPr>
          <a:xfrm>
            <a:off x="-1" y="7376"/>
            <a:ext cx="9058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JP" sz="2400" dirty="0">
                <a:latin typeface="HGMaruGothicMPRO" panose="020F0600000000000000" pitchFamily="34" charset="-128"/>
                <a:ea typeface="HGMaruGothicMPRO" panose="020F0600000000000000" pitchFamily="34" charset="-128"/>
              </a:rPr>
              <a:t> Cat-8: PAD related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8F87BF3-406B-44A0-2CE5-64E1B336B8BE}"/>
              </a:ext>
            </a:extLst>
          </p:cNvPr>
          <p:cNvSpPr/>
          <p:nvPr/>
        </p:nvSpPr>
        <p:spPr>
          <a:xfrm rot="16200000">
            <a:off x="1315004" y="1564670"/>
            <a:ext cx="2520000" cy="2520000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6C08DCCF-9D9C-D3E1-F467-957B673E6D9C}"/>
              </a:ext>
            </a:extLst>
          </p:cNvPr>
          <p:cNvSpPr txBox="1"/>
          <p:nvPr/>
        </p:nvSpPr>
        <p:spPr>
          <a:xfrm>
            <a:off x="920813" y="1274600"/>
            <a:ext cx="103529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M2(P)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07BC2E-5916-C62D-E5CD-0C2BBA649FC3}"/>
              </a:ext>
            </a:extLst>
          </p:cNvPr>
          <p:cNvSpPr txBox="1"/>
          <p:nvPr/>
        </p:nvSpPr>
        <p:spPr>
          <a:xfrm>
            <a:off x="670689" y="802706"/>
            <a:ext cx="103529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M1(P)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3DD9135-748E-90A3-150D-3B797C2B2093}"/>
              </a:ext>
            </a:extLst>
          </p:cNvPr>
          <p:cNvCxnSpPr>
            <a:cxnSpLocks/>
          </p:cNvCxnSpPr>
          <p:nvPr/>
        </p:nvCxnSpPr>
        <p:spPr>
          <a:xfrm flipH="1">
            <a:off x="955003" y="2520946"/>
            <a:ext cx="36000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967E4714-9CEE-33F4-8E76-9341F7D4761A}"/>
              </a:ext>
            </a:extLst>
          </p:cNvPr>
          <p:cNvSpPr txBox="1"/>
          <p:nvPr/>
        </p:nvSpPr>
        <p:spPr>
          <a:xfrm>
            <a:off x="1330493" y="1672021"/>
            <a:ext cx="62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705F7AB-22DE-CDF9-78F7-C59D0E3D3A8B}"/>
              </a:ext>
            </a:extLst>
          </p:cNvPr>
          <p:cNvSpPr/>
          <p:nvPr/>
        </p:nvSpPr>
        <p:spPr>
          <a:xfrm rot="16200000">
            <a:off x="4014158" y="2037023"/>
            <a:ext cx="3600000" cy="157529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A245F716-98C6-4B35-AC85-7843A9327CFB}"/>
              </a:ext>
            </a:extLst>
          </p:cNvPr>
          <p:cNvSpPr/>
          <p:nvPr/>
        </p:nvSpPr>
        <p:spPr>
          <a:xfrm rot="16200000">
            <a:off x="4284156" y="2127024"/>
            <a:ext cx="3240000" cy="139529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5BE11D0-6B66-1887-5B3A-959D2076DBDF}"/>
              </a:ext>
            </a:extLst>
          </p:cNvPr>
          <p:cNvSpPr/>
          <p:nvPr/>
        </p:nvSpPr>
        <p:spPr>
          <a:xfrm rot="16200000">
            <a:off x="4824156" y="2307024"/>
            <a:ext cx="2520000" cy="1035291"/>
          </a:xfrm>
          <a:prstGeom prst="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D2266CE-A433-BFF1-4B67-54F35FEF30B0}"/>
              </a:ext>
            </a:extLst>
          </p:cNvPr>
          <p:cNvSpPr txBox="1"/>
          <p:nvPr/>
        </p:nvSpPr>
        <p:spPr>
          <a:xfrm>
            <a:off x="5581999" y="1672021"/>
            <a:ext cx="62561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PO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557FC361-035C-ACE6-3D44-A1E7EF0E6A9C}"/>
              </a:ext>
            </a:extLst>
          </p:cNvPr>
          <p:cNvCxnSpPr>
            <a:cxnSpLocks/>
          </p:cNvCxnSpPr>
          <p:nvPr/>
        </p:nvCxnSpPr>
        <p:spPr>
          <a:xfrm flipH="1">
            <a:off x="3849518" y="3418116"/>
            <a:ext cx="1731505" cy="58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2672D8D8-E822-4F07-7542-31403BDA54C6}"/>
              </a:ext>
            </a:extLst>
          </p:cNvPr>
          <p:cNvSpPr/>
          <p:nvPr/>
        </p:nvSpPr>
        <p:spPr>
          <a:xfrm>
            <a:off x="1656467" y="1924669"/>
            <a:ext cx="1800000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q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53107781-E1EB-92AD-5534-32F8A2864EAC}"/>
              </a:ext>
            </a:extLst>
          </p:cNvPr>
          <p:cNvSpPr/>
          <p:nvPr/>
        </p:nvSpPr>
        <p:spPr>
          <a:xfrm>
            <a:off x="5934254" y="1909476"/>
            <a:ext cx="667548" cy="1800000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JP" dirty="0"/>
              <a:t>q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42AF8BC8-4549-5AF7-8863-051239EA06C7}"/>
              </a:ext>
            </a:extLst>
          </p:cNvPr>
          <p:cNvCxnSpPr>
            <a:cxnSpLocks/>
          </p:cNvCxnSpPr>
          <p:nvPr/>
        </p:nvCxnSpPr>
        <p:spPr>
          <a:xfrm flipH="1">
            <a:off x="1330493" y="3416715"/>
            <a:ext cx="250451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DC1A1A27-F76F-11BA-7EA4-5AF8A973781C}"/>
              </a:ext>
            </a:extLst>
          </p:cNvPr>
          <p:cNvSpPr txBox="1"/>
          <p:nvPr/>
        </p:nvSpPr>
        <p:spPr>
          <a:xfrm>
            <a:off x="1640678" y="2056372"/>
            <a:ext cx="873922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V1(P)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0A3C16D-7595-0BAD-8DAC-DF639FF32E9A}"/>
              </a:ext>
            </a:extLst>
          </p:cNvPr>
          <p:cNvSpPr txBox="1"/>
          <p:nvPr/>
        </p:nvSpPr>
        <p:spPr>
          <a:xfrm flipH="1">
            <a:off x="483498" y="2637404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M2.PO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233ADD6-91FA-07BF-BB39-8ED477AAEF7A}"/>
              </a:ext>
            </a:extLst>
          </p:cNvPr>
          <p:cNvSpPr txBox="1"/>
          <p:nvPr/>
        </p:nvSpPr>
        <p:spPr>
          <a:xfrm flipH="1">
            <a:off x="2078518" y="3454013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PO.W1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08C6633-7912-5325-7DBB-ABA9623EDFA8}"/>
              </a:ext>
            </a:extLst>
          </p:cNvPr>
          <p:cNvSpPr txBox="1"/>
          <p:nvPr/>
        </p:nvSpPr>
        <p:spPr>
          <a:xfrm flipH="1">
            <a:off x="4219983" y="3508008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PO.S1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D704CECD-B4B0-E8BF-2F7E-D3C4AC965814}"/>
              </a:ext>
            </a:extLst>
          </p:cNvPr>
          <p:cNvCxnSpPr>
            <a:cxnSpLocks/>
          </p:cNvCxnSpPr>
          <p:nvPr/>
        </p:nvCxnSpPr>
        <p:spPr>
          <a:xfrm flipH="1">
            <a:off x="3456467" y="2255100"/>
            <a:ext cx="35322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A4C69859-4D04-51D9-64CF-3DAA8A7E6D41}"/>
              </a:ext>
            </a:extLst>
          </p:cNvPr>
          <p:cNvSpPr txBox="1"/>
          <p:nvPr/>
        </p:nvSpPr>
        <p:spPr>
          <a:xfrm flipH="1">
            <a:off x="3601692" y="2168336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V1.PO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7DE0C93-CD32-2E35-B016-39289AB5F23E}"/>
              </a:ext>
            </a:extLst>
          </p:cNvPr>
          <p:cNvSpPr/>
          <p:nvPr/>
        </p:nvSpPr>
        <p:spPr>
          <a:xfrm rot="16200000">
            <a:off x="1082143" y="4317529"/>
            <a:ext cx="1083346" cy="133762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67BDACDB-C362-AF4D-DB07-9FCC88D36223}"/>
              </a:ext>
            </a:extLst>
          </p:cNvPr>
          <p:cNvSpPr/>
          <p:nvPr/>
        </p:nvSpPr>
        <p:spPr>
          <a:xfrm rot="16200000">
            <a:off x="756169" y="5592204"/>
            <a:ext cx="1083346" cy="68567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4BEED31E-EA2D-5143-230C-DCE34BB029EA}"/>
              </a:ext>
            </a:extLst>
          </p:cNvPr>
          <p:cNvSpPr/>
          <p:nvPr/>
        </p:nvSpPr>
        <p:spPr>
          <a:xfrm rot="16200000">
            <a:off x="3026583" y="4353734"/>
            <a:ext cx="999218" cy="13376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4985B59B-945D-150D-3E36-1B7DB120AACF}"/>
              </a:ext>
            </a:extLst>
          </p:cNvPr>
          <p:cNvSpPr/>
          <p:nvPr/>
        </p:nvSpPr>
        <p:spPr>
          <a:xfrm rot="16200000">
            <a:off x="3307845" y="5592204"/>
            <a:ext cx="1083346" cy="68567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3636A2F1-61D2-C70B-DF25-52340B0640B7}"/>
              </a:ext>
            </a:extLst>
          </p:cNvPr>
          <p:cNvCxnSpPr>
            <a:cxnSpLocks/>
          </p:cNvCxnSpPr>
          <p:nvPr/>
        </p:nvCxnSpPr>
        <p:spPr>
          <a:xfrm flipH="1">
            <a:off x="935440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6577C357-F3D5-0308-49BD-CFA07782A4D9}"/>
              </a:ext>
            </a:extLst>
          </p:cNvPr>
          <p:cNvCxnSpPr>
            <a:cxnSpLocks/>
          </p:cNvCxnSpPr>
          <p:nvPr/>
        </p:nvCxnSpPr>
        <p:spPr>
          <a:xfrm flipV="1">
            <a:off x="2077639" y="4084670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654D899-129C-6C0C-3F6C-5BFE0EC20C98}"/>
              </a:ext>
            </a:extLst>
          </p:cNvPr>
          <p:cNvCxnSpPr>
            <a:cxnSpLocks/>
          </p:cNvCxnSpPr>
          <p:nvPr/>
        </p:nvCxnSpPr>
        <p:spPr>
          <a:xfrm flipH="1">
            <a:off x="2862793" y="4874033"/>
            <a:ext cx="135719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B5020EF-6B86-894D-51DB-56FC5AFB5E32}"/>
              </a:ext>
            </a:extLst>
          </p:cNvPr>
          <p:cNvCxnSpPr>
            <a:cxnSpLocks/>
          </p:cNvCxnSpPr>
          <p:nvPr/>
        </p:nvCxnSpPr>
        <p:spPr>
          <a:xfrm flipV="1">
            <a:off x="3071488" y="4084669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D369A2F4-9F7A-723E-F162-87A856C844B3}"/>
              </a:ext>
            </a:extLst>
          </p:cNvPr>
          <p:cNvSpPr/>
          <p:nvPr/>
        </p:nvSpPr>
        <p:spPr>
          <a:xfrm>
            <a:off x="4759754" y="5562923"/>
            <a:ext cx="2030019" cy="90851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0374A2D-83BD-EA9D-A9AE-C33EEB7A07B1}"/>
              </a:ext>
            </a:extLst>
          </p:cNvPr>
          <p:cNvCxnSpPr>
            <a:cxnSpLocks/>
          </p:cNvCxnSpPr>
          <p:nvPr/>
        </p:nvCxnSpPr>
        <p:spPr>
          <a:xfrm flipV="1">
            <a:off x="5712445" y="4084669"/>
            <a:ext cx="0" cy="146769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2F8E5BB9-AA92-D903-7BE3-0B1851C4A97F}"/>
              </a:ext>
            </a:extLst>
          </p:cNvPr>
          <p:cNvSpPr txBox="1"/>
          <p:nvPr/>
        </p:nvSpPr>
        <p:spPr>
          <a:xfrm>
            <a:off x="5000063" y="5894688"/>
            <a:ext cx="1628181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AA/GC/M1/M2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46A12A-2723-05D6-96F0-81C8491E8F16}"/>
              </a:ext>
            </a:extLst>
          </p:cNvPr>
          <p:cNvSpPr txBox="1"/>
          <p:nvPr/>
        </p:nvSpPr>
        <p:spPr>
          <a:xfrm flipH="1">
            <a:off x="5539086" y="4741127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PO.XX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881C4C-975A-79CC-02D9-53F66A8E7CB8}"/>
              </a:ext>
            </a:extLst>
          </p:cNvPr>
          <p:cNvSpPr txBox="1"/>
          <p:nvPr/>
        </p:nvSpPr>
        <p:spPr>
          <a:xfrm flipH="1">
            <a:off x="2898039" y="4280297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E72CF3-D394-B715-1231-DB379F067382}"/>
              </a:ext>
            </a:extLst>
          </p:cNvPr>
          <p:cNvSpPr txBox="1"/>
          <p:nvPr/>
        </p:nvSpPr>
        <p:spPr>
          <a:xfrm flipH="1">
            <a:off x="1237376" y="4337366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D8A44D-0DF7-FB5A-EFAA-3040EA8330B2}"/>
              </a:ext>
            </a:extLst>
          </p:cNvPr>
          <p:cNvSpPr txBox="1"/>
          <p:nvPr/>
        </p:nvSpPr>
        <p:spPr>
          <a:xfrm flipH="1">
            <a:off x="1104364" y="4908762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M2.PW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B100D-8190-7509-A034-A13BCFB17905}"/>
              </a:ext>
            </a:extLst>
          </p:cNvPr>
          <p:cNvSpPr txBox="1"/>
          <p:nvPr/>
        </p:nvSpPr>
        <p:spPr>
          <a:xfrm flipH="1">
            <a:off x="3115311" y="4917283"/>
            <a:ext cx="9929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JP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M1.PW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464235-F513-783D-B93D-065C950EA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745455"/>
              </p:ext>
            </p:extLst>
          </p:nvPr>
        </p:nvGraphicFramePr>
        <p:xfrm>
          <a:off x="7740000" y="540000"/>
          <a:ext cx="4271999" cy="381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52042">
                  <a:extLst>
                    <a:ext uri="{9D8B030D-6E8A-4147-A177-3AD203B41FA5}">
                      <a16:colId xmlns:a16="http://schemas.microsoft.com/office/drawing/2014/main" val="253565430"/>
                    </a:ext>
                  </a:extLst>
                </a:gridCol>
                <a:gridCol w="652042">
                  <a:extLst>
                    <a:ext uri="{9D8B030D-6E8A-4147-A177-3AD203B41FA5}">
                      <a16:colId xmlns:a16="http://schemas.microsoft.com/office/drawing/2014/main" val="1204026684"/>
                    </a:ext>
                  </a:extLst>
                </a:gridCol>
                <a:gridCol w="1011789">
                  <a:extLst>
                    <a:ext uri="{9D8B030D-6E8A-4147-A177-3AD203B41FA5}">
                      <a16:colId xmlns:a16="http://schemas.microsoft.com/office/drawing/2014/main" val="2907285557"/>
                    </a:ext>
                  </a:extLst>
                </a:gridCol>
                <a:gridCol w="771958">
                  <a:extLst>
                    <a:ext uri="{9D8B030D-6E8A-4147-A177-3AD203B41FA5}">
                      <a16:colId xmlns:a16="http://schemas.microsoft.com/office/drawing/2014/main" val="3115203780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4215524642"/>
                    </a:ext>
                  </a:extLst>
                </a:gridCol>
                <a:gridCol w="592084">
                  <a:extLst>
                    <a:ext uri="{9D8B030D-6E8A-4147-A177-3AD203B41FA5}">
                      <a16:colId xmlns:a16="http://schemas.microsoft.com/office/drawing/2014/main" val="1678488291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Rule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L1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L2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Func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MIN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MAX</a:t>
                      </a:r>
                      <a:endParaRPr lang="en-US" sz="1050" b="1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4205626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PO.W1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70.0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811869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PO.S1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64.0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9001499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M2(P)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738164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M1(P)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Fmin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5.0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711453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PO.V1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V1(P)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56895298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PO.AP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AP</a:t>
                      </a:r>
                      <a:endParaRPr lang="en-US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736666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6834655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GC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624566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064761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PO.M2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14.0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846482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7811233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M2.PW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6038825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M1.PE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19.0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471832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M1.PW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M2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Extention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Wmin</a:t>
                      </a:r>
                      <a:endParaRPr lang="en-US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40.0</a:t>
                      </a:r>
                      <a:endParaRPr lang="en-JP" sz="1050" b="0" i="0" u="none" strike="noStrike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JP" sz="1050" u="none" strike="noStrike" dirty="0"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 </a:t>
                      </a:r>
                      <a:endParaRPr lang="en-JP" sz="1050" b="0" i="0" u="none" strike="noStrike" dirty="0">
                        <a:solidFill>
                          <a:srgbClr val="000000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1564403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07A4003A-A1D2-F209-7FDF-33B3634F79E2}"/>
              </a:ext>
            </a:extLst>
          </p:cNvPr>
          <p:cNvSpPr/>
          <p:nvPr/>
        </p:nvSpPr>
        <p:spPr>
          <a:xfrm>
            <a:off x="7739997" y="3371784"/>
            <a:ext cx="4271999" cy="965581"/>
          </a:xfrm>
          <a:prstGeom prst="rect">
            <a:avLst/>
          </a:prstGeom>
          <a:noFill/>
          <a:ln>
            <a:solidFill>
              <a:srgbClr val="FFC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solidFill>
                <a:srgbClr val="FF0000"/>
              </a:solidFill>
              <a:latin typeface="Meiryo" panose="020B0604030504040204" pitchFamily="34" charset="-128"/>
              <a:ea typeface="Meiryo" panose="020B0604030504040204" pitchFamily="34" charset="-128"/>
            </a:endParaRPr>
          </a:p>
          <a:p>
            <a:pPr algn="ctr"/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87724-CD53-0075-DE41-1DC130C3649D}"/>
              </a:ext>
            </a:extLst>
          </p:cNvPr>
          <p:cNvSpPr txBox="1"/>
          <p:nvPr/>
        </p:nvSpPr>
        <p:spPr>
          <a:xfrm>
            <a:off x="7739997" y="4464963"/>
            <a:ext cx="3776499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JP" dirty="0">
                <a:solidFill>
                  <a:srgbClr val="FFC000"/>
                </a:solidFill>
                <a:latin typeface="Meiryo" panose="020B0604030504040204" pitchFamily="34" charset="-128"/>
                <a:ea typeface="Meiryo" panose="020B0604030504040204" pitchFamily="34" charset="-128"/>
              </a:rPr>
              <a:t>** Not yet implemented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09DF6C-2F58-9BF2-176C-139DBB3EF2E0}"/>
              </a:ext>
            </a:extLst>
          </p:cNvPr>
          <p:cNvSpPr txBox="1"/>
          <p:nvPr/>
        </p:nvSpPr>
        <p:spPr>
          <a:xfrm>
            <a:off x="7689896" y="4900465"/>
            <a:ext cx="4116711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M1(P)：M1 on PO</a:t>
            </a:r>
            <a:endParaRPr lang="en-US" sz="1400" dirty="0">
              <a:latin typeface="Courier New" panose="02070309020205020404" pitchFamily="49" charset="0"/>
              <a:ea typeface="Meiryo" panose="020B0604030504040204" pitchFamily="34" charset="-128"/>
              <a:cs typeface="Courier New" panose="02070309020205020404" pitchFamily="49" charset="0"/>
            </a:endParaRP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M2(P)：M2 on PO</a:t>
            </a:r>
          </a:p>
          <a:p>
            <a:r>
              <a:rPr lang="en-JP" sz="1400" dirty="0">
                <a:latin typeface="Courier New" panose="02070309020205020404" pitchFamily="49" charset="0"/>
                <a:ea typeface="Meiryo" panose="020B0604030504040204" pitchFamily="34" charset="-128"/>
                <a:cs typeface="Courier New" panose="02070309020205020404" pitchFamily="49" charset="0"/>
              </a:rPr>
              <a:t>V1(P)：V1 on PO</a:t>
            </a:r>
          </a:p>
        </p:txBody>
      </p:sp>
    </p:spTree>
    <p:extLst>
      <p:ext uri="{BB962C8B-B14F-4D97-AF65-F5344CB8AC3E}">
        <p14:creationId xmlns:p14="http://schemas.microsoft.com/office/powerpoint/2010/main" val="2509634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64844-C498-1DE1-4178-1C1040C2E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AB7C6-43BD-5D9E-BC99-6DA397B33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Rule cotrol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4D77EB-91E4-10B0-04D3-F66C1B6ACA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JP" dirty="0"/>
              <a:t>DRC integrity</a:t>
            </a:r>
          </a:p>
        </p:txBody>
      </p:sp>
    </p:spTree>
    <p:extLst>
      <p:ext uri="{BB962C8B-B14F-4D97-AF65-F5344CB8AC3E}">
        <p14:creationId xmlns:p14="http://schemas.microsoft.com/office/powerpoint/2010/main" val="1598947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2D2F1-1985-61F4-0F1E-EF9B7ACC6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77110-496F-7E1D-B358-3742B68B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795210"/>
            <a:ext cx="2880000" cy="789623"/>
          </a:xfrm>
        </p:spPr>
        <p:txBody>
          <a:bodyPr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2E6C62-EB78-433E-1995-8034891ABB14}"/>
              </a:ext>
            </a:extLst>
          </p:cNvPr>
          <p:cNvSpPr/>
          <p:nvPr/>
        </p:nvSpPr>
        <p:spPr>
          <a:xfrm>
            <a:off x="1017270" y="211735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r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un.drc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F28B05C-8FF1-5C33-9B52-C413103D6C87}"/>
              </a:ext>
            </a:extLst>
          </p:cNvPr>
          <p:cNvSpPr/>
          <p:nvPr/>
        </p:nvSpPr>
        <p:spPr>
          <a:xfrm>
            <a:off x="4656000" y="2117355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DR_Table.xls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F6DBF1D-7306-BD2B-B3C1-33CCEACCD2BA}"/>
              </a:ext>
            </a:extLst>
          </p:cNvPr>
          <p:cNvSpPr/>
          <p:nvPr/>
        </p:nvSpPr>
        <p:spPr>
          <a:xfrm>
            <a:off x="8294730" y="4083479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ython/*.py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95A9E5-16F6-913B-46E9-9D90104C209D}"/>
              </a:ext>
            </a:extLst>
          </p:cNvPr>
          <p:cNvSpPr txBox="1">
            <a:spLocks/>
          </p:cNvSpPr>
          <p:nvPr/>
        </p:nvSpPr>
        <p:spPr>
          <a:xfrm>
            <a:off x="465600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Document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22321AB7-B52F-09C6-96C9-80845A34EA6C}"/>
              </a:ext>
            </a:extLst>
          </p:cNvPr>
          <p:cNvSpPr txBox="1">
            <a:spLocks/>
          </p:cNvSpPr>
          <p:nvPr/>
        </p:nvSpPr>
        <p:spPr>
          <a:xfrm>
            <a:off x="829473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PCell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B82E25-6B7C-B836-3AAA-D0DDA27708C4}"/>
              </a:ext>
            </a:extLst>
          </p:cNvPr>
          <p:cNvSpPr/>
          <p:nvPr/>
        </p:nvSpPr>
        <p:spPr>
          <a:xfrm>
            <a:off x="8294730" y="211735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</a:t>
            </a:r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ython/</a:t>
            </a:r>
            <a:r>
              <a:rPr lang="en-US" dirty="0" err="1">
                <a:latin typeface="Meiryo" panose="020B0604030504040204" pitchFamily="34" charset="-128"/>
                <a:ea typeface="Meiryo" panose="020B0604030504040204" pitchFamily="34" charset="-128"/>
              </a:rPr>
              <a:t>rules_def.py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E10375-C9E9-1CAA-07D6-5EC7BB2C1BEB}"/>
              </a:ext>
            </a:extLst>
          </p:cNvPr>
          <p:cNvSpPr/>
          <p:nvPr/>
        </p:nvSpPr>
        <p:spPr>
          <a:xfrm>
            <a:off x="4656000" y="4083479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DRC_summary.ppt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47D1B3-1251-D132-52B5-EBE748665ECB}"/>
              </a:ext>
            </a:extLst>
          </p:cNvPr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A3EFCBE-D074-4075-93E8-565A6E3EDC35}"/>
              </a:ext>
            </a:extLst>
          </p:cNvPr>
          <p:cNvCxnSpPr>
            <a:stCxn id="12" idx="1"/>
            <a:endCxn id="4" idx="3"/>
          </p:cNvCxnSpPr>
          <p:nvPr/>
        </p:nvCxnSpPr>
        <p:spPr>
          <a:xfrm flipH="1">
            <a:off x="3897270" y="247735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07E5FC1-5D89-47B1-DC5A-246F36E2D8F9}"/>
              </a:ext>
            </a:extLst>
          </p:cNvPr>
          <p:cNvCxnSpPr>
            <a:cxnSpLocks/>
            <a:stCxn id="12" idx="3"/>
            <a:endCxn id="16" idx="1"/>
          </p:cNvCxnSpPr>
          <p:nvPr/>
        </p:nvCxnSpPr>
        <p:spPr>
          <a:xfrm>
            <a:off x="7536000" y="247735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0330826E-56BD-9DC6-C97E-79894A436942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>
            <a:off x="9734730" y="2837355"/>
            <a:ext cx="0" cy="124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D26E5A8-EEA7-5065-00E3-DA4506C90A7C}"/>
              </a:ext>
            </a:extLst>
          </p:cNvPr>
          <p:cNvSpPr txBox="1"/>
          <p:nvPr/>
        </p:nvSpPr>
        <p:spPr>
          <a:xfrm>
            <a:off x="3042567" y="2900240"/>
            <a:ext cx="246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DR_csv2drc.py</a:t>
            </a:r>
            <a:endParaRPr lang="en-JP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77DCBCC-8085-98CC-EFD2-D94B9EF9CA8D}"/>
              </a:ext>
            </a:extLst>
          </p:cNvPr>
          <p:cNvSpPr txBox="1"/>
          <p:nvPr/>
        </p:nvSpPr>
        <p:spPr>
          <a:xfrm>
            <a:off x="6681297" y="2900240"/>
            <a:ext cx="2468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DR_csv2py.py</a:t>
            </a:r>
            <a:endParaRPr lang="en-JP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ADC2E3E-FBEC-891E-CE35-C6E727A2D81C}"/>
              </a:ext>
            </a:extLst>
          </p:cNvPr>
          <p:cNvSpPr txBox="1"/>
          <p:nvPr/>
        </p:nvSpPr>
        <p:spPr>
          <a:xfrm>
            <a:off x="9734729" y="3651262"/>
            <a:ext cx="2198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Method</a:t>
            </a:r>
            <a:endParaRPr lang="en-JP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619AD35-08B0-1890-3143-5D08336326E2}"/>
              </a:ext>
            </a:extLst>
          </p:cNvPr>
          <p:cNvCxnSpPr>
            <a:cxnSpLocks/>
            <a:stCxn id="12" idx="2"/>
            <a:endCxn id="3" idx="0"/>
          </p:cNvCxnSpPr>
          <p:nvPr/>
        </p:nvCxnSpPr>
        <p:spPr>
          <a:xfrm>
            <a:off x="6096000" y="2837355"/>
            <a:ext cx="0" cy="12461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E437580-702D-D3D8-B2F5-5DBC886FAFA1}"/>
              </a:ext>
            </a:extLst>
          </p:cNvPr>
          <p:cNvSpPr txBox="1"/>
          <p:nvPr/>
        </p:nvSpPr>
        <p:spPr>
          <a:xfrm>
            <a:off x="6096000" y="3651262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Cut &amp; Paste</a:t>
            </a:r>
            <a:endParaRPr lang="en-JP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04889-2D32-35F1-24E9-D396E0DA3D0E}"/>
              </a:ext>
            </a:extLst>
          </p:cNvPr>
          <p:cNvSpPr txBox="1"/>
          <p:nvPr/>
        </p:nvSpPr>
        <p:spPr>
          <a:xfrm>
            <a:off x="1110904" y="5082052"/>
            <a:ext cx="99701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# ALL Critical Dimension parameters are referenced by ‘XX.YY’ rule’s name.</a:t>
            </a:r>
            <a:endParaRPr lang="en-JP" dirty="0"/>
          </a:p>
        </p:txBody>
      </p:sp>
    </p:spTree>
    <p:extLst>
      <p:ext uri="{BB962C8B-B14F-4D97-AF65-F5344CB8AC3E}">
        <p14:creationId xmlns:p14="http://schemas.microsoft.com/office/powerpoint/2010/main" val="4141735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5EB2-CDF8-A6C0-5DA4-28B48739A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E1558-86E3-EB2D-3565-074D7ABCF22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JP" dirty="0"/>
              <a:t>Design to Tapeout Process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079EF0-31C2-3AD3-7AE9-8B34891617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JP" dirty="0"/>
              <a:t>Mask Data Preparation</a:t>
            </a:r>
          </a:p>
        </p:txBody>
      </p:sp>
    </p:spTree>
    <p:extLst>
      <p:ext uri="{BB962C8B-B14F-4D97-AF65-F5344CB8AC3E}">
        <p14:creationId xmlns:p14="http://schemas.microsoft.com/office/powerpoint/2010/main" val="42605080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17259-552C-3180-3540-60F7E824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5DF39-F2C2-2FEB-2BE5-D5D6121E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7270" y="795210"/>
            <a:ext cx="2880000" cy="789623"/>
          </a:xfrm>
        </p:spPr>
        <p:txBody>
          <a:bodyPr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Designer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C4AA82B-A490-40B4-05CD-4EE3C06E31F1}"/>
              </a:ext>
            </a:extLst>
          </p:cNvPr>
          <p:cNvSpPr/>
          <p:nvPr/>
        </p:nvSpPr>
        <p:spPr>
          <a:xfrm>
            <a:off x="1017270" y="1739945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75568D-836E-D877-0D9F-6466810C28A2}"/>
              </a:ext>
            </a:extLst>
          </p:cNvPr>
          <p:cNvSpPr/>
          <p:nvPr/>
        </p:nvSpPr>
        <p:spPr>
          <a:xfrm>
            <a:off x="4656000" y="1739945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TR-1um_MPW_template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D114ED-2293-781C-3F8A-561207A25E58}"/>
              </a:ext>
            </a:extLst>
          </p:cNvPr>
          <p:cNvSpPr/>
          <p:nvPr/>
        </p:nvSpPr>
        <p:spPr>
          <a:xfrm>
            <a:off x="8294719" y="3069000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Fabrication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37E85A9D-A38B-87BA-D3E0-43269A950F47}"/>
              </a:ext>
            </a:extLst>
          </p:cNvPr>
          <p:cNvSpPr txBox="1">
            <a:spLocks/>
          </p:cNvSpPr>
          <p:nvPr/>
        </p:nvSpPr>
        <p:spPr>
          <a:xfrm>
            <a:off x="465600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OpenSUSI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D80E8DB8-70DC-BD20-4DBA-C6A7ED26607E}"/>
              </a:ext>
            </a:extLst>
          </p:cNvPr>
          <p:cNvSpPr txBox="1">
            <a:spLocks/>
          </p:cNvSpPr>
          <p:nvPr/>
        </p:nvSpPr>
        <p:spPr>
          <a:xfrm>
            <a:off x="8294730" y="795209"/>
            <a:ext cx="2880000" cy="7896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Tokai Rika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FA2BC1-3219-5E7D-88A3-77D281C0CB39}"/>
              </a:ext>
            </a:extLst>
          </p:cNvPr>
          <p:cNvSpPr/>
          <p:nvPr/>
        </p:nvSpPr>
        <p:spPr>
          <a:xfrm>
            <a:off x="8294730" y="1739945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Signoff DRC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9FD970-D02A-615A-8F71-E2C983A1A322}"/>
              </a:ext>
            </a:extLst>
          </p:cNvPr>
          <p:cNvSpPr/>
          <p:nvPr/>
        </p:nvSpPr>
        <p:spPr>
          <a:xfrm>
            <a:off x="4656000" y="3069000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TR-1um_MPW_XXX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1B32AD-6A5C-EA99-0C4C-728736D809BF}"/>
              </a:ext>
            </a:extLst>
          </p:cNvPr>
          <p:cNvSpPr/>
          <p:nvPr/>
        </p:nvSpPr>
        <p:spPr>
          <a:xfrm>
            <a:off x="5136995" y="-698810"/>
            <a:ext cx="52039" cy="594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JP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5B79423-B8E8-1CE3-D211-0108852A7C13}"/>
              </a:ext>
            </a:extLst>
          </p:cNvPr>
          <p:cNvCxnSpPr>
            <a:cxnSpLocks/>
            <a:stCxn id="12" idx="1"/>
            <a:endCxn id="4" idx="3"/>
          </p:cNvCxnSpPr>
          <p:nvPr/>
        </p:nvCxnSpPr>
        <p:spPr>
          <a:xfrm flipH="1">
            <a:off x="3897270" y="2099945"/>
            <a:ext cx="7587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D7A44FF-FAA3-85C4-5ADB-A7056682C489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flipH="1">
            <a:off x="9734719" y="2459945"/>
            <a:ext cx="11" cy="60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4CA85C0-8A08-034A-7DC6-8D7ACBD1DCE1}"/>
              </a:ext>
            </a:extLst>
          </p:cNvPr>
          <p:cNvSpPr txBox="1"/>
          <p:nvPr/>
        </p:nvSpPr>
        <p:spPr>
          <a:xfrm>
            <a:off x="3816629" y="1673549"/>
            <a:ext cx="920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030A0"/>
                </a:solidFill>
              </a:rPr>
              <a:t>[clone]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8166EC-51D1-DB01-7EB7-34BD263AFEBB}"/>
              </a:ext>
            </a:extLst>
          </p:cNvPr>
          <p:cNvSpPr/>
          <p:nvPr/>
        </p:nvSpPr>
        <p:spPr>
          <a:xfrm>
            <a:off x="1017269" y="3069000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199D88E-5E9D-9868-5FCA-8E84650D219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2457269" y="2459945"/>
            <a:ext cx="1" cy="6090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47AB19E-C6EB-DCD5-3689-C020A238D26C}"/>
              </a:ext>
            </a:extLst>
          </p:cNvPr>
          <p:cNvSpPr txBox="1"/>
          <p:nvPr/>
        </p:nvSpPr>
        <p:spPr>
          <a:xfrm>
            <a:off x="2497636" y="2485431"/>
            <a:ext cx="1399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[push]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47112A-37B7-EDC1-432A-8362E9F8247B}"/>
              </a:ext>
            </a:extLst>
          </p:cNvPr>
          <p:cNvSpPr txBox="1"/>
          <p:nvPr/>
        </p:nvSpPr>
        <p:spPr>
          <a:xfrm>
            <a:off x="1017269" y="1345127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local</a:t>
            </a:r>
            <a:endParaRPr lang="en-JP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DDF467-ABF3-5E23-D091-3D7FC688BD5A}"/>
              </a:ext>
            </a:extLst>
          </p:cNvPr>
          <p:cNvSpPr txBox="1"/>
          <p:nvPr/>
        </p:nvSpPr>
        <p:spPr>
          <a:xfrm>
            <a:off x="1017269" y="2671370"/>
            <a:ext cx="1440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remote</a:t>
            </a:r>
            <a:endParaRPr lang="en-JP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9AC639E-E5AD-2083-066A-4CAE372C567F}"/>
              </a:ext>
            </a:extLst>
          </p:cNvPr>
          <p:cNvSpPr/>
          <p:nvPr/>
        </p:nvSpPr>
        <p:spPr>
          <a:xfrm>
            <a:off x="1017269" y="5071958"/>
            <a:ext cx="2880000" cy="720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Meiryo" panose="020B0604030504040204" pitchFamily="34" charset="-128"/>
                <a:ea typeface="Meiryo" panose="020B0604030504040204" pitchFamily="34" charset="-128"/>
              </a:rPr>
              <a:t>TR-1um_USER_Project</a:t>
            </a:r>
            <a:endParaRPr lang="en-JP" sz="1600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6AB4FE-5CA6-5750-0A10-C4227FA5E6D5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>
            <a:off x="2457269" y="3789000"/>
            <a:ext cx="0" cy="12829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46BFFB3-A589-A2E1-8C67-9271DED58510}"/>
              </a:ext>
            </a:extLst>
          </p:cNvPr>
          <p:cNvSpPr txBox="1"/>
          <p:nvPr/>
        </p:nvSpPr>
        <p:spPr>
          <a:xfrm>
            <a:off x="2457268" y="3805233"/>
            <a:ext cx="14399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[action]</a:t>
            </a:r>
          </a:p>
          <a:p>
            <a:r>
              <a:rPr lang="en-JP" dirty="0">
                <a:solidFill>
                  <a:srgbClr val="7030A0"/>
                </a:solidFill>
              </a:rPr>
              <a:t>Precheck</a:t>
            </a:r>
          </a:p>
          <a:p>
            <a:r>
              <a:rPr lang="en-JP" dirty="0">
                <a:solidFill>
                  <a:srgbClr val="7030A0"/>
                </a:solidFill>
              </a:rPr>
              <a:t>DRC</a:t>
            </a:r>
          </a:p>
          <a:p>
            <a:r>
              <a:rPr lang="en-JP" dirty="0">
                <a:solidFill>
                  <a:srgbClr val="7030A0"/>
                </a:solidFill>
              </a:rPr>
              <a:t>MDP</a:t>
            </a:r>
          </a:p>
        </p:txBody>
      </p: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EFCABD7A-B63E-50AB-3AC6-54074772BBC8}"/>
              </a:ext>
            </a:extLst>
          </p:cNvPr>
          <p:cNvCxnSpPr>
            <a:cxnSpLocks/>
            <a:stCxn id="25" idx="3"/>
            <a:endCxn id="3" idx="1"/>
          </p:cNvCxnSpPr>
          <p:nvPr/>
        </p:nvCxnSpPr>
        <p:spPr>
          <a:xfrm flipV="1">
            <a:off x="3897269" y="3429000"/>
            <a:ext cx="758731" cy="20029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097FEFA-F02C-C8B3-4561-8115E0365BB3}"/>
              </a:ext>
            </a:extLst>
          </p:cNvPr>
          <p:cNvSpPr txBox="1"/>
          <p:nvPr/>
        </p:nvSpPr>
        <p:spPr>
          <a:xfrm rot="16200000">
            <a:off x="3166659" y="4070687"/>
            <a:ext cx="185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[Import artifact]</a:t>
            </a:r>
            <a:endParaRPr lang="en-JP" dirty="0">
              <a:solidFill>
                <a:srgbClr val="7030A0"/>
              </a:solidFill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A95CE3E-B1D9-4170-37B4-68006F401287}"/>
              </a:ext>
            </a:extLst>
          </p:cNvPr>
          <p:cNvSpPr/>
          <p:nvPr/>
        </p:nvSpPr>
        <p:spPr>
          <a:xfrm>
            <a:off x="4655989" y="5071957"/>
            <a:ext cx="2880000" cy="720000"/>
          </a:xfrm>
          <a:prstGeom prst="rect">
            <a:avLst/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JP" dirty="0">
                <a:latin typeface="Meiryo" panose="020B0604030504040204" pitchFamily="34" charset="-128"/>
                <a:ea typeface="Meiryo" panose="020B0604030504040204" pitchFamily="34" charset="-128"/>
              </a:rPr>
              <a:t>TR-1um_MPW_XXX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091EC6C-87B3-8694-2F42-BDF3ADEEF6F2}"/>
              </a:ext>
            </a:extLst>
          </p:cNvPr>
          <p:cNvCxnSpPr>
            <a:cxnSpLocks/>
            <a:stCxn id="3" idx="2"/>
            <a:endCxn id="41" idx="0"/>
          </p:cNvCxnSpPr>
          <p:nvPr/>
        </p:nvCxnSpPr>
        <p:spPr>
          <a:xfrm flipH="1">
            <a:off x="6095989" y="3789000"/>
            <a:ext cx="11" cy="128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F583F9DD-57FA-9973-D5A3-AE25E0219F83}"/>
              </a:ext>
            </a:extLst>
          </p:cNvPr>
          <p:cNvSpPr txBox="1"/>
          <p:nvPr/>
        </p:nvSpPr>
        <p:spPr>
          <a:xfrm>
            <a:off x="6095988" y="3805232"/>
            <a:ext cx="18193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[action]</a:t>
            </a:r>
          </a:p>
          <a:p>
            <a:r>
              <a:rPr lang="en-US" dirty="0">
                <a:solidFill>
                  <a:srgbClr val="7030A0"/>
                </a:solidFill>
              </a:rPr>
              <a:t>Logo insertion</a:t>
            </a:r>
          </a:p>
          <a:p>
            <a:r>
              <a:rPr lang="en-US" dirty="0">
                <a:solidFill>
                  <a:srgbClr val="7030A0"/>
                </a:solidFill>
              </a:rPr>
              <a:t>A</a:t>
            </a:r>
            <a:r>
              <a:rPr lang="en-JP" dirty="0">
                <a:solidFill>
                  <a:srgbClr val="7030A0"/>
                </a:solidFill>
              </a:rPr>
              <a:t>ggregation</a:t>
            </a:r>
          </a:p>
          <a:p>
            <a:r>
              <a:rPr lang="en-JP" dirty="0">
                <a:solidFill>
                  <a:srgbClr val="7030A0"/>
                </a:solidFill>
              </a:rPr>
              <a:t>DRC</a:t>
            </a:r>
          </a:p>
        </p:txBody>
      </p: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CE47584A-6F67-AAD6-9A68-C6AD9724D102}"/>
              </a:ext>
            </a:extLst>
          </p:cNvPr>
          <p:cNvCxnSpPr>
            <a:cxnSpLocks/>
            <a:stCxn id="41" idx="3"/>
            <a:endCxn id="16" idx="1"/>
          </p:cNvCxnSpPr>
          <p:nvPr/>
        </p:nvCxnSpPr>
        <p:spPr>
          <a:xfrm flipV="1">
            <a:off x="7535989" y="2099945"/>
            <a:ext cx="758741" cy="333201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21E3D2D-BDC5-B5D4-3260-69541486B4B8}"/>
              </a:ext>
            </a:extLst>
          </p:cNvPr>
          <p:cNvSpPr txBox="1"/>
          <p:nvPr/>
        </p:nvSpPr>
        <p:spPr>
          <a:xfrm rot="16200000">
            <a:off x="6695949" y="3581880"/>
            <a:ext cx="282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Download GDSII</a:t>
            </a:r>
            <a:endParaRPr lang="en-JP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7913D4C-DD54-8361-259A-E0796D8641B1}"/>
              </a:ext>
            </a:extLst>
          </p:cNvPr>
          <p:cNvSpPr/>
          <p:nvPr/>
        </p:nvSpPr>
        <p:spPr>
          <a:xfrm>
            <a:off x="8294708" y="5071957"/>
            <a:ext cx="2880000" cy="72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PCM TEST</a:t>
            </a:r>
          </a:p>
          <a:p>
            <a:pPr algn="ctr"/>
            <a:r>
              <a:rPr lang="en-US" dirty="0">
                <a:latin typeface="Meiryo" panose="020B0604030504040204" pitchFamily="34" charset="-128"/>
                <a:ea typeface="Meiryo" panose="020B0604030504040204" pitchFamily="34" charset="-128"/>
              </a:rPr>
              <a:t>Wafer out</a:t>
            </a:r>
            <a:endParaRPr lang="en-JP" dirty="0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FBF409F-30BC-D138-9B83-AF435E4BE68E}"/>
              </a:ext>
            </a:extLst>
          </p:cNvPr>
          <p:cNvCxnSpPr>
            <a:cxnSpLocks/>
            <a:stCxn id="13" idx="2"/>
            <a:endCxn id="52" idx="0"/>
          </p:cNvCxnSpPr>
          <p:nvPr/>
        </p:nvCxnSpPr>
        <p:spPr>
          <a:xfrm flipH="1">
            <a:off x="9734708" y="3789000"/>
            <a:ext cx="11" cy="128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789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3857</TotalTime>
  <Words>2482</Words>
  <Application>Microsoft Macintosh PowerPoint</Application>
  <PresentationFormat>Widescreen</PresentationFormat>
  <Paragraphs>1189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HGMaruGothicMPRO</vt:lpstr>
      <vt:lpstr>Meiryo</vt:lpstr>
      <vt:lpstr>Aptos</vt:lpstr>
      <vt:lpstr>Aptos Display</vt:lpstr>
      <vt:lpstr>Arial</vt:lpstr>
      <vt:lpstr>Courier New</vt:lpstr>
      <vt:lpstr>Office Theme</vt:lpstr>
      <vt:lpstr>Design Rules 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 Rule cotrol</vt:lpstr>
      <vt:lpstr>DRC</vt:lpstr>
      <vt:lpstr>Design to Tapeout Process</vt:lpstr>
      <vt:lpstr>Designer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OKAMURA/岡村淳一</dc:creator>
  <cp:lastModifiedBy>Jun OKAMURA/岡村淳一</cp:lastModifiedBy>
  <cp:revision>62</cp:revision>
  <cp:lastPrinted>2025-12-26T07:04:29Z</cp:lastPrinted>
  <dcterms:created xsi:type="dcterms:W3CDTF">2025-11-21T00:35:17Z</dcterms:created>
  <dcterms:modified xsi:type="dcterms:W3CDTF">2026-04-20T00:11:37Z</dcterms:modified>
</cp:coreProperties>
</file>