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1" r:id="rId10"/>
    <p:sldId id="282" r:id="rId11"/>
    <p:sldId id="267" r:id="rId12"/>
    <p:sldId id="268" r:id="rId13"/>
    <p:sldId id="269" r:id="rId14"/>
    <p:sldId id="277" r:id="rId15"/>
    <p:sldId id="278" r:id="rId16"/>
    <p:sldId id="280" r:id="rId17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60"/>
    <p:restoredTop sz="94218"/>
  </p:normalViewPr>
  <p:slideViewPr>
    <p:cSldViewPr snapToGrid="0">
      <p:cViewPr varScale="1">
        <p:scale>
          <a:sx n="116" d="100"/>
          <a:sy n="116" d="100"/>
        </p:scale>
        <p:origin x="6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2025/12/31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6409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2025/12/31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2025/12/31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2025/12/31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2025/12/31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2025/12/31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2025/12/31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2025/12/31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2025/12/31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2025/12/31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2025/12/31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2025/12/31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2025/12/31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2026/01/01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able with text and numbers&#10;&#10;AI-generated content may be incorrect.">
            <a:extLst>
              <a:ext uri="{FF2B5EF4-FFF2-40B4-BE49-F238E27FC236}">
                <a16:creationId xmlns:a16="http://schemas.microsoft.com/office/drawing/2014/main" id="{87ADC858-616C-0460-87AA-DB44C31287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570" y="547041"/>
            <a:ext cx="6166860" cy="612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</a:p>
        </p:txBody>
      </p:sp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3011812" y="200231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2531212" y="54000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2951669" y="208764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3011812" y="105401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2531212" y="59723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4361484" y="54000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4361484" y="59723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2951669" y="119020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4842084" y="200231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4781941" y="208764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4842084" y="1054010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4781941" y="119020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4158" y="372946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2395989" y="356741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3064830" y="3429000"/>
            <a:ext cx="2206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+PO+PG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4471" y="481887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2396302" y="465682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3122573" y="451841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5218265" y="356741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5982020" y="342900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5218265" y="465682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5982020" y="451841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2534403" y="305966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5356678" y="305966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5536678" y="37423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5531893" y="483172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A8389E-E931-7DA7-19A8-365ECCB21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8083338"/>
              </p:ext>
            </p:extLst>
          </p:nvPr>
        </p:nvGraphicFramePr>
        <p:xfrm>
          <a:off x="7740000" y="540000"/>
          <a:ext cx="4271999" cy="177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49367768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2943270562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172565628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243152897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71631914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141712417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8498352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AP+AC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999894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AP+AR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5573211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AA+PO+PR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64193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9321234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2068432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13273969"/>
                  </a:ext>
                </a:extLst>
              </a:tr>
            </a:tbl>
          </a:graphicData>
        </a:graphic>
      </p:graphicFrame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2898425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CEA9078-D8EF-CE0F-CE53-BDD4A7FE3D24}"/>
              </a:ext>
            </a:extLst>
          </p:cNvPr>
          <p:cNvGrpSpPr/>
          <p:nvPr/>
        </p:nvGrpSpPr>
        <p:grpSpPr>
          <a:xfrm>
            <a:off x="2539707" y="3627645"/>
            <a:ext cx="2364182" cy="1093773"/>
            <a:chOff x="1473910" y="3899640"/>
            <a:chExt cx="2340000" cy="2340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9ABB7DB-2A4A-0A60-4D7C-A77696E7E15A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BB0C42-8B0B-7283-9544-733427498512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47387" y="3903120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47386" y="392528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443120"/>
            <a:ext cx="0" cy="3804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95229" y="45416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AB02A4C-39EA-2AA4-B93E-AB9654ED9F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3191992"/>
              </p:ext>
            </p:extLst>
          </p:nvPr>
        </p:nvGraphicFramePr>
        <p:xfrm>
          <a:off x="7740000" y="540000"/>
          <a:ext cx="4272001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74159603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99464744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4157480366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1800510641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164144487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1944298362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813279465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WN.W1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71281726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2555963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10940079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8881467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531983535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62525462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161204245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24764015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84029390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AR.S1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 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35867056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AR.WR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0772381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AN.WR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58512743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8836213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28.5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2383557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AC.S1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66799260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AC.WC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0839613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AN.WC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87454383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53771818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AC.R1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AN(C)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87133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4573010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4598017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A22569-FCE0-F346-1FD1-0CB15DE914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7482601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865045012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3560291019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1226213895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4271529415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974976729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992009906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60207737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38816513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AP.S1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91950395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199919220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AP.WM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AP-PO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62567405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AP.LM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PO-AN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64428390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27625356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DP.W1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6311472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DP.S1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600229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77060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121743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0005823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AN.S1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84922445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AN.AP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79666672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AN.WM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AN-PO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5490233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AN.LM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PO-AN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7952280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WN(M)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711425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DN.W1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77958627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DN.S1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1712124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7385398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67411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CO.PG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CO.PG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CO.PO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Contact and Poly related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9C3B4AD-A1F8-54CF-9DE0-2BC8C8D85D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8398451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90441715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36186914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725368538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566533384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725578556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87301979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4741853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09236117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18247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5847884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030380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PO.EP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0859019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PO.EN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507667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7798041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CO.S1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5962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CO.WD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9582282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CO.AD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8906962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7378492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6319830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CO.PG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PO(G)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726997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CO.PO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2894754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>
            <a:off x="2776518" y="137547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PO(G)</a:t>
            </a:r>
          </a:p>
        </p:txBody>
      </p:sp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7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AR.PO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PO(AR)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graphicFrame>
        <p:nvGraphicFramePr>
          <p:cNvPr id="85" name="Table 84">
            <a:extLst>
              <a:ext uri="{FF2B5EF4-FFF2-40B4-BE49-F238E27FC236}">
                <a16:creationId xmlns:a16="http://schemas.microsoft.com/office/drawing/2014/main" id="{D337E1D4-6DA3-6C80-147D-D3DAE86E36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2720572"/>
              </p:ext>
            </p:extLst>
          </p:nvPr>
        </p:nvGraphicFramePr>
        <p:xfrm>
          <a:off x="7740000" y="540000"/>
          <a:ext cx="4272001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798186015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3873687321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84736994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1183483717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1008202958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2710647261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97600401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RR(L)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2723690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AR.L1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RR(W)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55075206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AR.PO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17084655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AR.PW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PO(AR)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94450081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AR.XY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3444976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PO(AR)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44489187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PO.R1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PO(AR)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40748674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PO.R2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TieDown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373469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PR.W1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RS(L)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60901939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PR.L1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RS(W)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8524775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PR.S1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34251519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85716895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CL(RR)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97.5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0812687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AR(T)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11248834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AR(S)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2525879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CC.W1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09104235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CC.S1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147562895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CC.AC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2.9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5995985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13576093"/>
                  </a:ext>
                </a:extLst>
              </a:tr>
            </a:tbl>
          </a:graphicData>
        </a:graphic>
      </p:graphicFrame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6553052" y="5601492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V1.PO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843483" y="331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M1.S2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5FE7D9A-1550-5959-E3D7-C1D5F0C68F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8719043"/>
              </p:ext>
            </p:extLst>
          </p:nvPr>
        </p:nvGraphicFramePr>
        <p:xfrm>
          <a:off x="7740000" y="540000"/>
          <a:ext cx="4272000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352507178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453381096"/>
                    </a:ext>
                  </a:extLst>
                </a:gridCol>
                <a:gridCol w="1011790">
                  <a:extLst>
                    <a:ext uri="{9D8B030D-6E8A-4147-A177-3AD203B41FA5}">
                      <a16:colId xmlns:a16="http://schemas.microsoft.com/office/drawing/2014/main" val="88602166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61507407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07751387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865925188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752820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M1.W1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1.8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4047272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2750034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M1.SC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33487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CO(S)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3867953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M1.CC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459376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M1.CL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916427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M1.SW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M1(W)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7022922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V1.W1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9003889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V1.S1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5874424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V1.M1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424981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V1.PO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3170001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3108936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V1.CL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7420993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M2.W1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6556742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M2.S1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7248221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M2.V1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97833419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217E-ABEE-29D2-7C17-1BF1BBA2C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BCA2-7BF3-736F-F610-BA68D29A5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216535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BE9863-C83C-E320-433A-B5654593295F}"/>
              </a:ext>
            </a:extLst>
          </p:cNvPr>
          <p:cNvSpPr/>
          <p:nvPr/>
        </p:nvSpPr>
        <p:spPr>
          <a:xfrm>
            <a:off x="1017270" y="1006157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Design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7E010-84C8-3A2B-FCD3-AFFB8570F5CE}"/>
              </a:ext>
            </a:extLst>
          </p:cNvPr>
          <p:cNvSpPr/>
          <p:nvPr/>
        </p:nvSpPr>
        <p:spPr>
          <a:xfrm>
            <a:off x="1017270" y="1989219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(simulation)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5D78D0-6051-D111-D44A-D7EB963B3426}"/>
              </a:ext>
            </a:extLst>
          </p:cNvPr>
          <p:cNvSpPr/>
          <p:nvPr/>
        </p:nvSpPr>
        <p:spPr>
          <a:xfrm>
            <a:off x="1017270" y="2972281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Layout Design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(Drawing Layer)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7680D8-4390-B7B7-536A-FC579D75E21F}"/>
              </a:ext>
            </a:extLst>
          </p:cNvPr>
          <p:cNvSpPr/>
          <p:nvPr/>
        </p:nvSpPr>
        <p:spPr>
          <a:xfrm>
            <a:off x="1017270" y="3955343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(DRC/LVS)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815386-03BA-A085-A0A5-9699AB715E23}"/>
              </a:ext>
            </a:extLst>
          </p:cNvPr>
          <p:cNvSpPr/>
          <p:nvPr/>
        </p:nvSpPr>
        <p:spPr>
          <a:xfrm>
            <a:off x="1017270" y="4938405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by Extracted net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C07ACD-44E6-D523-1B36-9023930EC1C2}"/>
              </a:ext>
            </a:extLst>
          </p:cNvPr>
          <p:cNvSpPr/>
          <p:nvPr/>
        </p:nvSpPr>
        <p:spPr>
          <a:xfrm>
            <a:off x="4656000" y="1006157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MDP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(Generate Masks/DLXXX)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597823-3298-2312-D74D-D5CE86991AAF}"/>
              </a:ext>
            </a:extLst>
          </p:cNvPr>
          <p:cNvSpPr/>
          <p:nvPr/>
        </p:nvSpPr>
        <p:spPr>
          <a:xfrm>
            <a:off x="4656000" y="1989219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 for Mask Layers)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3A22AF-3577-C333-9AF5-B87876E02059}"/>
              </a:ext>
            </a:extLst>
          </p:cNvPr>
          <p:cNvSpPr/>
          <p:nvPr/>
        </p:nvSpPr>
        <p:spPr>
          <a:xfrm>
            <a:off x="4656000" y="2972281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Tapeout to Fab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21B7E7-5E00-31BB-8D94-47874A1F39ED}"/>
              </a:ext>
            </a:extLst>
          </p:cNvPr>
          <p:cNvSpPr/>
          <p:nvPr/>
        </p:nvSpPr>
        <p:spPr>
          <a:xfrm>
            <a:off x="8294730" y="1006157"/>
            <a:ext cx="2880000" cy="72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 in Fab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F9E5BB5-A61C-9EE9-9A7A-DA78B4CC1879}"/>
              </a:ext>
            </a:extLst>
          </p:cNvPr>
          <p:cNvSpPr txBox="1">
            <a:spLocks/>
          </p:cNvSpPr>
          <p:nvPr/>
        </p:nvSpPr>
        <p:spPr>
          <a:xfrm>
            <a:off x="465600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A8566B6-64FE-AD55-ED33-76FB85B3469B}"/>
              </a:ext>
            </a:extLst>
          </p:cNvPr>
          <p:cNvSpPr txBox="1">
            <a:spLocks/>
          </p:cNvSpPr>
          <p:nvPr/>
        </p:nvSpPr>
        <p:spPr>
          <a:xfrm>
            <a:off x="829473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Fab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7FE2E0C-E01A-95BA-A4BE-F40B577564F8}"/>
              </a:ext>
            </a:extLst>
          </p:cNvPr>
          <p:cNvSpPr/>
          <p:nvPr/>
        </p:nvSpPr>
        <p:spPr>
          <a:xfrm>
            <a:off x="8294730" y="1989219"/>
            <a:ext cx="2880000" cy="72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Mask Fabrication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5C86A1-77A7-B20B-E17A-1F0AD6E95388}"/>
              </a:ext>
            </a:extLst>
          </p:cNvPr>
          <p:cNvSpPr/>
          <p:nvPr/>
        </p:nvSpPr>
        <p:spPr>
          <a:xfrm>
            <a:off x="1017270" y="5921465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Pull req to OpenSUSI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DC928F-17E9-B539-415B-5562DBF6DA2E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245727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2843A3C-F116-9046-0E01-9D58B7A9222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457270" y="2709219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26DB089-C247-7ABB-D5CE-986D8B707E54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457270" y="3692281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001B583-897E-4637-C2C9-0F8E46AE7508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2457270" y="4675343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3E8A211-961D-C7EE-4A79-EA1854A63241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>
            <a:off x="2457270" y="5658405"/>
            <a:ext cx="0" cy="26306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DD7C67-DE6C-08E0-CD0C-A9506D87FCC5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609600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3B5D0B0-E48A-C399-3976-20D4C0965EBA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6096000" y="2709219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A6E84EE-08E6-90EE-7190-E934A38B4B73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973473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89509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02EFA-6E0D-3370-EB82-3E7B5F7CF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1548A-68F6-1E68-D225-4DB5DE2FA7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/>
          <a:lstStyle/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質問・確認事項</a:t>
            </a:r>
            <a:b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</a:br>
            <a:b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</a:br>
            <a:r>
              <a:rPr lang="en-JP" sz="32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2026/01/06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13266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CDC25-1030-79F6-1C10-FE05ABFF8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4AF72EFC-FBD7-1836-C7C9-C0D1D3BFF5A5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DIODE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383CF-264E-A8EC-58BF-D04A30893ADF}"/>
              </a:ext>
            </a:extLst>
          </p:cNvPr>
          <p:cNvSpPr txBox="1"/>
          <p:nvPr/>
        </p:nvSpPr>
        <p:spPr>
          <a:xfrm>
            <a:off x="578623" y="938673"/>
            <a:ext cx="112688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リファレンス・マニュアルTable I-1-1によればダイオードはP/NどちらもPM+NMインプラと記載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DP：PM+NM</a:t>
            </a: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DN：PM+NM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リファレンス・マニュアル図6.1/6.2にも同様の指示あるが、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リファレンス・マニュアル図6.12/6.13に(ESD)では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DP：NM</a:t>
            </a: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DN：PM</a:t>
            </a:r>
          </a:p>
          <a:p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と指示がある。本当はどちらでしょう？違う場合は、Spiceモデルを公開頂けますと幸いです。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また、ESD用NMOSのSPICEモデルも公開頂けますと幸いです。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41278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nip Same Side Corner Rectangle 1">
            <a:extLst>
              <a:ext uri="{FF2B5EF4-FFF2-40B4-BE49-F238E27FC236}">
                <a16:creationId xmlns:a16="http://schemas.microsoft.com/office/drawing/2014/main" id="{A75C1C9C-A70E-6958-A47F-EB6C50D3A40B}"/>
              </a:ext>
            </a:extLst>
          </p:cNvPr>
          <p:cNvSpPr/>
          <p:nvPr/>
        </p:nvSpPr>
        <p:spPr>
          <a:xfrm>
            <a:off x="1571158" y="1269000"/>
            <a:ext cx="1008000" cy="2160000"/>
          </a:xfrm>
          <a:prstGeom prst="snip2SameRect">
            <a:avLst>
              <a:gd name="adj1" fmla="val 36052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JP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2A69F3-7B72-B748-C5AD-DB3ACC5719C7}"/>
              </a:ext>
            </a:extLst>
          </p:cNvPr>
          <p:cNvSpPr/>
          <p:nvPr/>
        </p:nvSpPr>
        <p:spPr>
          <a:xfrm>
            <a:off x="1856119" y="1819829"/>
            <a:ext cx="413399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lvl1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JP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290DC6D-1BA9-AB38-E1D2-8446AC03F074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3DA428-BCA1-FDE9-91EE-CA4D17E52931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D52EEF9-D7D0-6394-1A8A-B5EE5D29382B}"/>
              </a:ext>
            </a:extLst>
          </p:cNvPr>
          <p:cNvCxnSpPr>
            <a:cxnSpLocks/>
          </p:cNvCxnSpPr>
          <p:nvPr/>
        </p:nvCxnSpPr>
        <p:spPr>
          <a:xfrm>
            <a:off x="2255158" y="1999829"/>
            <a:ext cx="324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E616D74-D2DD-2E37-CAD5-BA5168F90EDB}"/>
              </a:ext>
            </a:extLst>
          </p:cNvPr>
          <p:cNvCxnSpPr>
            <a:cxnSpLocks/>
          </p:cNvCxnSpPr>
          <p:nvPr/>
        </p:nvCxnSpPr>
        <p:spPr>
          <a:xfrm>
            <a:off x="2221672" y="1268998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D8077E-BFF2-5421-BCF8-0990D8E50590}"/>
              </a:ext>
            </a:extLst>
          </p:cNvPr>
          <p:cNvCxnSpPr>
            <a:cxnSpLocks/>
          </p:cNvCxnSpPr>
          <p:nvPr/>
        </p:nvCxnSpPr>
        <p:spPr>
          <a:xfrm>
            <a:off x="2581672" y="1268998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88464A-6BFA-8D8F-7A6C-F6C3003D2B6B}"/>
              </a:ext>
            </a:extLst>
          </p:cNvPr>
          <p:cNvCxnSpPr>
            <a:cxnSpLocks/>
          </p:cNvCxnSpPr>
          <p:nvPr/>
        </p:nvCxnSpPr>
        <p:spPr>
          <a:xfrm>
            <a:off x="2075158" y="126900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8A54684-5D37-AE6A-E073-1E1180D05D44}"/>
              </a:ext>
            </a:extLst>
          </p:cNvPr>
          <p:cNvSpPr txBox="1"/>
          <p:nvPr/>
        </p:nvSpPr>
        <p:spPr>
          <a:xfrm>
            <a:off x="2611085" y="1317640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D340DC-8E6E-CB6D-CDC1-AC918BFB37CE}"/>
              </a:ext>
            </a:extLst>
          </p:cNvPr>
          <p:cNvSpPr txBox="1"/>
          <p:nvPr/>
        </p:nvSpPr>
        <p:spPr>
          <a:xfrm>
            <a:off x="2221672" y="1006635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3136C9-395E-4C13-AA6F-7F9CBF98E314}"/>
              </a:ext>
            </a:extLst>
          </p:cNvPr>
          <p:cNvSpPr txBox="1"/>
          <p:nvPr/>
        </p:nvSpPr>
        <p:spPr>
          <a:xfrm>
            <a:off x="2575772" y="1886234"/>
            <a:ext cx="1115761" cy="253916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0.8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FE4F03-347E-3341-C52C-D5334E5686F0}"/>
              </a:ext>
            </a:extLst>
          </p:cNvPr>
          <p:cNvSpPr txBox="1"/>
          <p:nvPr/>
        </p:nvSpPr>
        <p:spPr>
          <a:xfrm>
            <a:off x="1571158" y="3463038"/>
            <a:ext cx="10046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2.8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AE6CB7-5E9C-3A65-61B4-BF7A96875B6E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E2F0260-B84A-F860-43A9-15FDC8550C50}"/>
              </a:ext>
            </a:extLst>
          </p:cNvPr>
          <p:cNvSpPr txBox="1"/>
          <p:nvPr/>
        </p:nvSpPr>
        <p:spPr>
          <a:xfrm>
            <a:off x="1868852" y="2197688"/>
            <a:ext cx="525663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DEB107A-844F-58DC-6AE7-F396C2124603}"/>
              </a:ext>
            </a:extLst>
          </p:cNvPr>
          <p:cNvCxnSpPr>
            <a:cxnSpLocks/>
          </p:cNvCxnSpPr>
          <p:nvPr/>
        </p:nvCxnSpPr>
        <p:spPr>
          <a:xfrm>
            <a:off x="1808258" y="1828674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79BB489-3EAE-3206-36C8-650CC28B0F21}"/>
              </a:ext>
            </a:extLst>
          </p:cNvPr>
          <p:cNvSpPr txBox="1"/>
          <p:nvPr/>
        </p:nvSpPr>
        <p:spPr>
          <a:xfrm>
            <a:off x="1512987" y="2198443"/>
            <a:ext cx="601917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F0FCA-C5BA-BEED-5CA4-42F3C4859E45}"/>
              </a:ext>
            </a:extLst>
          </p:cNvPr>
          <p:cNvSpPr/>
          <p:nvPr/>
        </p:nvSpPr>
        <p:spPr>
          <a:xfrm>
            <a:off x="1849439" y="1268245"/>
            <a:ext cx="75822" cy="551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07A06E4-6E47-6E3F-014D-7C46ADDED470}"/>
              </a:ext>
            </a:extLst>
          </p:cNvPr>
          <p:cNvSpPr/>
          <p:nvPr/>
        </p:nvSpPr>
        <p:spPr>
          <a:xfrm>
            <a:off x="2203542" y="1264025"/>
            <a:ext cx="75822" cy="551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D99D71-881E-07EB-69B4-58BED062C983}"/>
              </a:ext>
            </a:extLst>
          </p:cNvPr>
          <p:cNvSpPr txBox="1"/>
          <p:nvPr/>
        </p:nvSpPr>
        <p:spPr>
          <a:xfrm>
            <a:off x="3133652" y="1704181"/>
            <a:ext cx="609515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RR抵抗幅2.8umの場合：</a:t>
            </a:r>
          </a:p>
          <a:p>
            <a:pPr lvl="1">
              <a:spcAft>
                <a:spcPts val="600"/>
              </a:spcAft>
            </a:pP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ERRR14: 0.8um</a:t>
            </a:r>
          </a:p>
          <a:p>
            <a:pPr lvl="1">
              <a:spcAft>
                <a:spcPts val="600"/>
              </a:spcAft>
            </a:pPr>
            <a:r>
              <a:rPr lang="en-US" sz="1600" dirty="0" err="1">
                <a:latin typeface="Meiryo" panose="020B0604030504040204" pitchFamily="34" charset="-128"/>
                <a:ea typeface="Meiryo" panose="020B0604030504040204" pitchFamily="34" charset="-128"/>
              </a:rPr>
              <a:t>RRのときは可変長コンタクト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ERRR08：１.5um</a:t>
            </a:r>
          </a:p>
          <a:p>
            <a:pPr lvl="1">
              <a:spcAft>
                <a:spcPts val="600"/>
              </a:spcAft>
            </a:pPr>
            <a:r>
              <a:rPr lang="en-US" sz="1600" dirty="0" err="1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赤枠のエリアで</a:t>
            </a:r>
            <a:r>
              <a:rPr lang="en-US" sz="1600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ERR08 </a:t>
            </a:r>
            <a:r>
              <a:rPr lang="ja-JP" altLang="en-US" sz="160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がエラー</a:t>
            </a:r>
            <a:endParaRPr lang="en-US" altLang="ja-JP" sz="1600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endParaRPr lang="en-US" sz="1600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r>
              <a:rPr lang="en-US" sz="1600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 角カットを1.0&gt;0.8に変更しては？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63F33A-AED5-2F71-877E-74DC178F8138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Design Rule for RR details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D98EE6-73EA-7E88-9A85-968248D763C4}"/>
              </a:ext>
            </a:extLst>
          </p:cNvPr>
          <p:cNvSpPr txBox="1"/>
          <p:nvPr/>
        </p:nvSpPr>
        <p:spPr>
          <a:xfrm>
            <a:off x="2071774" y="1442571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1.5</a:t>
            </a:r>
          </a:p>
        </p:txBody>
      </p:sp>
    </p:spTree>
    <p:extLst>
      <p:ext uri="{BB962C8B-B14F-4D97-AF65-F5344CB8AC3E}">
        <p14:creationId xmlns:p14="http://schemas.microsoft.com/office/powerpoint/2010/main" val="29089834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56FBB-001D-781E-50FD-1734D8172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65B8506-D43D-EB80-292B-8F19DAD2E97D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Design Rule for V1 = TC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F8D75C-A261-00F3-8CA0-2D945856D8C9}"/>
              </a:ext>
            </a:extLst>
          </p:cNvPr>
          <p:cNvSpPr txBox="1"/>
          <p:nvPr/>
        </p:nvSpPr>
        <p:spPr>
          <a:xfrm>
            <a:off x="578623" y="938673"/>
            <a:ext cx="112688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TCーCO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en-US" altLang="ja-JP" dirty="0">
                <a:latin typeface="Meiryo" panose="020B0604030504040204" pitchFamily="34" charset="-128"/>
                <a:ea typeface="Meiryo" panose="020B0604030504040204" pitchFamily="34" charset="-128"/>
              </a:rPr>
              <a:t>Space	ER1506/07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TCーSG	Space	ER1508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TCーL</a:t>
            </a:r>
            <a:r>
              <a:rPr lang="en-US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の記載がない、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TC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は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の上にあってもよいのか？</a:t>
            </a:r>
            <a:endParaRPr lang="en-US" altLang="ja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つまり、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M1-V1-M2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を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S/D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上で繋いでも良いか？</a:t>
            </a:r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792281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3146</TotalTime>
  <Words>1894</Words>
  <Application>Microsoft Macintosh PowerPoint</Application>
  <PresentationFormat>Widescreen</PresentationFormat>
  <Paragraphs>898</Paragraphs>
  <Slides>16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  <vt:lpstr>質問・確認事項  2026/01/06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31</cp:revision>
  <cp:lastPrinted>2025-12-26T07:04:29Z</cp:lastPrinted>
  <dcterms:created xsi:type="dcterms:W3CDTF">2025-11-21T00:35:17Z</dcterms:created>
  <dcterms:modified xsi:type="dcterms:W3CDTF">2025-12-31T00:43:12Z</dcterms:modified>
</cp:coreProperties>
</file>