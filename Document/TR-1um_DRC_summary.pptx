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7" r:id="rId20"/>
    <p:sldId id="285" r:id="rId21"/>
    <p:sldId id="288" r:id="rId22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19"/>
    <p:restoredTop sz="94286"/>
  </p:normalViewPr>
  <p:slideViewPr>
    <p:cSldViewPr snapToGrid="0">
      <p:cViewPr>
        <p:scale>
          <a:sx n="103" d="100"/>
          <a:sy n="103" d="100"/>
        </p:scale>
        <p:origin x="16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2026/01/13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2026/01/13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4715-6094-52D8-48DF-0CEAED116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2006080-95CB-AC33-FCAD-B8E5F3215E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CSIO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3CD1B1-DAE7-F096-EE0E-DBC972C8CA41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dirty="0"/>
              <a:t>	ERCSIO06 M1(CSIO CL) SP MUST 10.0 </a:t>
            </a:r>
            <a:r>
              <a:rPr lang="en-US" dirty="0" err="1"/>
              <a:t>i</a:t>
            </a:r>
            <a:r>
              <a:rPr lang="en-US" dirty="0"/>
              <a:t> 10.0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M1スペースが、MUST な理由は？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DRCでチェックするべき本質的な制限は？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12781B5-294D-81CF-DDA3-3FF0FF9F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758" y="795898"/>
            <a:ext cx="4791684" cy="451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00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72F891-F9AD-9D2F-40FC-967719E81A38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1F61CF-08EF-607E-8FE3-3E229B2CA494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18E146-DC88-0246-AF85-15566E350F11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FA9C2-B6BF-5FFA-06F7-52BA0665F37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0F570B-09D5-E9FF-6B9A-AF5DEF0D197D}"/>
              </a:ext>
            </a:extLst>
          </p:cNvPr>
          <p:cNvSpPr txBox="1"/>
          <p:nvPr/>
        </p:nvSpPr>
        <p:spPr>
          <a:xfrm>
            <a:off x="641667" y="709131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65519D-D668-B6A5-1DF8-E7D6023CDEE0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706FBA-666F-07AC-92F5-BFC512F3F3D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8D569EA-B9CB-FF88-DDA6-5E26B63BEBA6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EFD37B-2E77-8419-C825-5989BB7D5025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14C82A-5C68-E6B5-A339-35C01109638B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FA7091-F8A1-274C-3FEE-7A16353ACFA6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749558-93B6-8F0E-C4F1-6BDC9A8CBA72}"/>
              </a:ext>
            </a:extLst>
          </p:cNvPr>
          <p:cNvCxnSpPr>
            <a:cxnSpLocks/>
          </p:cNvCxnSpPr>
          <p:nvPr/>
        </p:nvCxnSpPr>
        <p:spPr>
          <a:xfrm flipV="1">
            <a:off x="2077639" y="4464428"/>
            <a:ext cx="0" cy="10879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C7947D-45C2-9051-625F-BCBA86C05BFC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2EE9FF8-419F-5D7F-7CBA-2D20F4BD10F3}"/>
              </a:ext>
            </a:extLst>
          </p:cNvPr>
          <p:cNvCxnSpPr>
            <a:cxnSpLocks/>
          </p:cNvCxnSpPr>
          <p:nvPr/>
        </p:nvCxnSpPr>
        <p:spPr>
          <a:xfrm flipV="1">
            <a:off x="3071488" y="4649094"/>
            <a:ext cx="0" cy="9032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6FEDB65-6DE3-1750-F94C-C066CA28F881}"/>
              </a:ext>
            </a:extLst>
          </p:cNvPr>
          <p:cNvSpPr txBox="1"/>
          <p:nvPr/>
        </p:nvSpPr>
        <p:spPr>
          <a:xfrm flipH="1">
            <a:off x="2918782" y="51440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994936-5BB8-EAFA-9D9A-A31136E392B8}"/>
              </a:ext>
            </a:extLst>
          </p:cNvPr>
          <p:cNvSpPr txBox="1"/>
          <p:nvPr/>
        </p:nvSpPr>
        <p:spPr>
          <a:xfrm flipH="1">
            <a:off x="1159313" y="446442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8F6B78-9920-F39F-39B2-2A925CEC5DF4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C334F8-FC00-3AC5-C1C7-F28CE9855C3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F19493-7E33-0DC4-04AB-10C16273ECBE}"/>
              </a:ext>
            </a:extLst>
          </p:cNvPr>
          <p:cNvSpPr/>
          <p:nvPr/>
        </p:nvSpPr>
        <p:spPr>
          <a:xfrm>
            <a:off x="955002" y="1204668"/>
            <a:ext cx="3237355" cy="323477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907A270-1082-2F93-3714-46C45A152521}"/>
              </a:ext>
            </a:extLst>
          </p:cNvPr>
          <p:cNvSpPr/>
          <p:nvPr/>
        </p:nvSpPr>
        <p:spPr>
          <a:xfrm>
            <a:off x="772355" y="1010792"/>
            <a:ext cx="3599999" cy="361387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FA937C-1D94-FACC-78C8-307E5D55AE16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PAD	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90BD06-D023-C434-F258-A4125936304E}"/>
              </a:ext>
            </a:extLst>
          </p:cNvPr>
          <p:cNvSpPr txBox="1"/>
          <p:nvPr/>
        </p:nvSpPr>
        <p:spPr>
          <a:xfrm>
            <a:off x="4838218" y="938673"/>
            <a:ext cx="619446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PADからの引き出し領域に関してのルール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ER1803/04 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の記載があるが、引き出し線とPADの境界の定義がない。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引き出し領域のW/Lを、受け入れDRCではどのように定義していますか？</a:t>
            </a: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6079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3754</TotalTime>
  <Words>2494</Words>
  <Application>Microsoft Macintosh PowerPoint</Application>
  <PresentationFormat>Widescreen</PresentationFormat>
  <Paragraphs>1215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2026/01/13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47</cp:revision>
  <cp:lastPrinted>2025-12-26T07:04:29Z</cp:lastPrinted>
  <dcterms:created xsi:type="dcterms:W3CDTF">2025-11-21T00:35:17Z</dcterms:created>
  <dcterms:modified xsi:type="dcterms:W3CDTF">2026-01-13T02:53:33Z</dcterms:modified>
</cp:coreProperties>
</file>