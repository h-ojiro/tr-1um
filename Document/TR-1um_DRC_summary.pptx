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339"/>
    <p:restoredTop sz="94286"/>
  </p:normalViewPr>
  <p:slideViewPr>
    <p:cSldViewPr snapToGrid="0">
      <p:cViewPr varScale="1">
        <p:scale>
          <a:sx n="98" d="100"/>
          <a:sy n="98" d="100"/>
        </p:scale>
        <p:origin x="23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2026/01/29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2026/01/29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060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714948" y="4502871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305919" y="4209948"/>
            <a:ext cx="1572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[pull request]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3809</TotalTime>
  <Words>2430</Words>
  <Application>Microsoft Macintosh PowerPoint</Application>
  <PresentationFormat>Widescreen</PresentationFormat>
  <Paragraphs>1175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55</cp:revision>
  <cp:lastPrinted>2025-12-26T07:04:29Z</cp:lastPrinted>
  <dcterms:created xsi:type="dcterms:W3CDTF">2025-11-21T00:35:17Z</dcterms:created>
  <dcterms:modified xsi:type="dcterms:W3CDTF">2026-01-29T01:08:34Z</dcterms:modified>
</cp:coreProperties>
</file>