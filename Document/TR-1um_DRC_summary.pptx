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68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019"/>
    <p:restoredTop sz="94286"/>
  </p:normalViewPr>
  <p:slideViewPr>
    <p:cSldViewPr snapToGrid="0">
      <p:cViewPr varScale="1">
        <p:scale>
          <a:sx n="102" d="100"/>
          <a:sy n="102" d="100"/>
        </p:scale>
        <p:origin x="21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2026/01/14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4" name="Picture 3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5BE2BE09-7306-4A1C-AC7E-A2BC5F872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094" y="461665"/>
            <a:ext cx="6395812" cy="633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44927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020601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GC+GR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714948" y="4502871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89896" y="4900465"/>
            <a:ext cx="4116711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large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1008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MDP_TR-1um_to_IP62.py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2349219"/>
            <a:ext cx="2880000" cy="1008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  <a:p>
            <a:pPr algn="ctr"/>
            <a:r>
              <a:rPr lang="en-JP" dirty="0">
                <a:solidFill>
                  <a:srgbClr val="7030A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DRC(MASK)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3692281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2014157"/>
            <a:ext cx="0" cy="335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3357219"/>
            <a:ext cx="0" cy="335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3796</TotalTime>
  <Words>2432</Words>
  <Application>Microsoft Macintosh PowerPoint</Application>
  <PresentationFormat>Widescreen</PresentationFormat>
  <Paragraphs>1167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51</cp:revision>
  <cp:lastPrinted>2025-12-26T07:04:29Z</cp:lastPrinted>
  <dcterms:created xsi:type="dcterms:W3CDTF">2025-11-21T00:35:17Z</dcterms:created>
  <dcterms:modified xsi:type="dcterms:W3CDTF">2026-01-26T00:51:00Z</dcterms:modified>
</cp:coreProperties>
</file>