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19"/>
    <p:restoredTop sz="94286"/>
  </p:normalViewPr>
  <p:slideViewPr>
    <p:cSldViewPr snapToGrid="0">
      <p:cViewPr varScale="1">
        <p:scale>
          <a:sx n="102" d="100"/>
          <a:sy n="102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2026/01/23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2026/01/14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MDP_TR-1um_to_IP62.py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2349219"/>
            <a:ext cx="2880000" cy="1008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  <a:p>
            <a:pPr algn="ctr"/>
            <a:r>
              <a:rPr lang="en-JP" dirty="0">
                <a:solidFill>
                  <a:srgbClr val="7030A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DRC(MASK)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3692281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014157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3357219"/>
            <a:ext cx="0" cy="335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3782</TotalTime>
  <Words>2203</Words>
  <Application>Microsoft Macintosh PowerPoint</Application>
  <PresentationFormat>Widescreen</PresentationFormat>
  <Paragraphs>1140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50</cp:revision>
  <cp:lastPrinted>2025-12-26T07:04:29Z</cp:lastPrinted>
  <dcterms:created xsi:type="dcterms:W3CDTF">2025-11-21T00:35:17Z</dcterms:created>
  <dcterms:modified xsi:type="dcterms:W3CDTF">2026-01-23T02:25:26Z</dcterms:modified>
</cp:coreProperties>
</file>