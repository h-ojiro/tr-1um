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7" r:id="rId20"/>
    <p:sldId id="285" r:id="rId21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07"/>
    <p:restoredTop sz="94286"/>
  </p:normalViewPr>
  <p:slideViewPr>
    <p:cSldViewPr snapToGrid="0">
      <p:cViewPr>
        <p:scale>
          <a:sx n="135" d="100"/>
          <a:sy n="135" d="100"/>
        </p:scale>
        <p:origin x="-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2026/01/12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2026/01/08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9710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64715-6094-52D8-48DF-0CEAED116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2006080-95CB-AC33-FCAD-B8E5F3215E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CSIO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3CD1B1-DAE7-F096-EE0E-DBC972C8CA41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dirty="0"/>
              <a:t>	ERCSIO06 M1(CSIO CL) SP MUST 10.0 </a:t>
            </a:r>
            <a:r>
              <a:rPr lang="en-US" dirty="0" err="1"/>
              <a:t>i</a:t>
            </a:r>
            <a:r>
              <a:rPr lang="en-US" dirty="0"/>
              <a:t> 10.0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M1スペースが、MUST な理由は？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DRCでチェックするべき本質的なルールは？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12781B5-294D-81CF-DDA3-3FF0FF9F1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758" y="795898"/>
            <a:ext cx="4791684" cy="451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100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3644</TotalTime>
  <Words>2439</Words>
  <Application>Microsoft Macintosh PowerPoint</Application>
  <PresentationFormat>Widescreen</PresentationFormat>
  <Paragraphs>1193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2026/01/07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45</cp:revision>
  <cp:lastPrinted>2025-12-26T07:04:29Z</cp:lastPrinted>
  <dcterms:created xsi:type="dcterms:W3CDTF">2025-11-21T00:35:17Z</dcterms:created>
  <dcterms:modified xsi:type="dcterms:W3CDTF">2026-01-12T00:00:27Z</dcterms:modified>
</cp:coreProperties>
</file>